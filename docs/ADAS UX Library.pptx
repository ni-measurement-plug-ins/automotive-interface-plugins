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2"/>
  </p:notesMasterIdLst>
  <p:handoutMasterIdLst>
    <p:handoutMasterId r:id="rId23"/>
  </p:handoutMasterIdLst>
  <p:sldIdLst>
    <p:sldId id="2147377664" r:id="rId5"/>
    <p:sldId id="2147377627" r:id="rId6"/>
    <p:sldId id="2147377671" r:id="rId7"/>
    <p:sldId id="2147377668" r:id="rId8"/>
    <p:sldId id="2147377674" r:id="rId9"/>
    <p:sldId id="2147377673" r:id="rId10"/>
    <p:sldId id="2147377672" r:id="rId11"/>
    <p:sldId id="2147377670" r:id="rId12"/>
    <p:sldId id="2147377667" r:id="rId13"/>
    <p:sldId id="2147377675" r:id="rId14"/>
    <p:sldId id="2147377676" r:id="rId15"/>
    <p:sldId id="2147377677" r:id="rId16"/>
    <p:sldId id="2147377666" r:id="rId17"/>
    <p:sldId id="2147377678" r:id="rId18"/>
    <p:sldId id="2147377679" r:id="rId19"/>
    <p:sldId id="2147377665" r:id="rId20"/>
    <p:sldId id="2147377623" r:id="rId21"/>
  </p:sldIdLst>
  <p:sldSz cx="14630400" cy="8229600"/>
  <p:notesSz cx="6858000" cy="9144000"/>
  <p:embeddedFontLst>
    <p:embeddedFont>
      <p:font typeface="Arial Black" panose="020B0A04020102020204" pitchFamily="34" charset="0"/>
      <p:bold r:id="rId24"/>
    </p:embeddedFont>
    <p:embeddedFont>
      <p:font typeface="Arial Narrow" panose="020B0606020202030204" pitchFamily="34" charset="0"/>
      <p:regular r:id="rId25"/>
      <p:bold r:id="rId26"/>
      <p:italic r:id="rId27"/>
      <p:boldItalic r:id="rId28"/>
    </p:embeddedFont>
    <p:embeddedFont>
      <p:font typeface="Noto Sans Black" panose="020B0502040504020204" pitchFamily="34" charset="0"/>
      <p:bold r:id="rId29"/>
      <p:boldItalic r:id="rId30"/>
    </p:embeddedFont>
  </p:embeddedFontLst>
  <p:defaultTextStyle>
    <a:defPPr>
      <a:defRPr lang="en-US"/>
    </a:defPPr>
    <a:lvl1pPr marL="0" algn="l" defTabSz="1463040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1pPr>
    <a:lvl2pPr marL="731520" algn="l" defTabSz="1463040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2pPr>
    <a:lvl3pPr marL="1463040" algn="l" defTabSz="1463040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3pPr>
    <a:lvl4pPr marL="2194560" algn="l" defTabSz="1463040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4pPr>
    <a:lvl5pPr marL="2926080" algn="l" defTabSz="1463040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5pPr>
    <a:lvl6pPr marL="3657600" algn="l" defTabSz="1463040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6pPr>
    <a:lvl7pPr marL="4389120" algn="l" defTabSz="1463040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7pPr>
    <a:lvl8pPr marL="5120640" algn="l" defTabSz="1463040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8pPr>
    <a:lvl9pPr marL="5852160" algn="l" defTabSz="1463040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our Presentation" id="{1D1DBB47-3631-493D-8052-4295061ED2D4}">
          <p14:sldIdLst/>
        </p14:section>
        <p14:section name="Design Tips" id="{6D75B5CC-201A-423B-A35D-6487C393B7F2}">
          <p14:sldIdLst>
            <p14:sldId id="2147377664"/>
            <p14:sldId id="2147377627"/>
            <p14:sldId id="2147377671"/>
            <p14:sldId id="2147377668"/>
            <p14:sldId id="2147377674"/>
            <p14:sldId id="2147377673"/>
            <p14:sldId id="2147377672"/>
            <p14:sldId id="2147377670"/>
            <p14:sldId id="2147377667"/>
            <p14:sldId id="2147377675"/>
            <p14:sldId id="2147377676"/>
            <p14:sldId id="2147377677"/>
            <p14:sldId id="2147377666"/>
            <p14:sldId id="2147377678"/>
            <p14:sldId id="2147377679"/>
            <p14:sldId id="2147377665"/>
            <p14:sldId id="2147377623"/>
          </p14:sldIdLst>
        </p14:section>
        <p14:section name="Cover and Closing Options" id="{81639BAB-6CD1-453F-9E80-38086C016215}">
          <p14:sldIdLst/>
        </p14:section>
        <p14:section name="Dividers" id="{54A50BB2-ADA3-468A-943D-C76F36A25563}">
          <p14:sldIdLst/>
        </p14:section>
        <p14:section name="Sample Content Slides" id="{C53FE4FE-04DC-485A-8AE5-74070F8101E5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365">
          <p15:clr>
            <a:srgbClr val="A4A3A4"/>
          </p15:clr>
        </p15:guide>
        <p15:guide id="2" orient="horz" pos="3450">
          <p15:clr>
            <a:srgbClr val="A4A3A4"/>
          </p15:clr>
        </p15:guide>
        <p15:guide id="3" orient="horz" pos="1006">
          <p15:clr>
            <a:srgbClr val="A4A3A4"/>
          </p15:clr>
        </p15:guide>
        <p15:guide id="4" orient="horz" pos="1640">
          <p15:clr>
            <a:srgbClr val="A4A3A4"/>
          </p15:clr>
        </p15:guide>
        <p15:guide id="5" pos="4608">
          <p15:clr>
            <a:srgbClr val="A4A3A4"/>
          </p15:clr>
        </p15:guide>
        <p15:guide id="6" pos="317">
          <p15:clr>
            <a:srgbClr val="A4A3A4"/>
          </p15:clr>
        </p15:guide>
        <p15:guide id="7" pos="889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Szerző" initials="S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73C"/>
    <a:srgbClr val="003325"/>
    <a:srgbClr val="7BCF8B"/>
    <a:srgbClr val="E25B39"/>
    <a:srgbClr val="7CCF8B"/>
    <a:srgbClr val="E35B39"/>
    <a:srgbClr val="1B2552"/>
    <a:srgbClr val="004B8D"/>
    <a:srgbClr val="000000"/>
    <a:srgbClr val="1B24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B24FBA-4C7C-4DAA-A4E8-4CCFE207B12F}" v="31" dt="2025-11-18T07:51:56.4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85" d="100"/>
          <a:sy n="85" d="100"/>
        </p:scale>
        <p:origin x="882" y="96"/>
      </p:cViewPr>
      <p:guideLst>
        <p:guide orient="horz" pos="2365"/>
        <p:guide orient="horz" pos="3450"/>
        <p:guide orient="horz" pos="1006"/>
        <p:guide orient="horz" pos="1640"/>
        <p:guide pos="4608"/>
        <p:guide pos="317"/>
        <p:guide pos="889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3.fntdata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2.fntdata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6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1.fntdata"/><Relationship Id="rId32" Type="http://schemas.openxmlformats.org/officeDocument/2006/relationships/presProps" Target="presProps.xml"/><Relationship Id="rId37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openxmlformats.org/officeDocument/2006/relationships/font" Target="fonts/font5.fntdata"/><Relationship Id="rId36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50579D-5412-4EB9-B8AE-311FD3997FBC}" type="datetimeFigureOut">
              <a:rPr lang="en-US" smtClean="0">
                <a:latin typeface="Arial" panose="020B0604020202020204" pitchFamily="34" charset="0"/>
              </a:rPr>
              <a:t>11/25/2025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95AC85-F1B1-4669-8DB4-7B0070B084BB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17765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6EA5B416-5F0F-4485-8D14-92CEBB19703D}" type="datetimeFigureOut">
              <a:rPr lang="en-US" smtClean="0"/>
              <a:pPr/>
              <a:t>11/25/2025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D06B116C-1CAD-49E2-B44E-AB4A995DEB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3591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463040" rtl="0" eaLnBrk="1" latinLnBrk="0" hangingPunct="1">
      <a:defRPr sz="19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731520" algn="l" defTabSz="1463040" rtl="0" eaLnBrk="1" latinLnBrk="0" hangingPunct="1">
      <a:defRPr sz="19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1463040" algn="l" defTabSz="1463040" rtl="0" eaLnBrk="1" latinLnBrk="0" hangingPunct="1">
      <a:defRPr sz="19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2194560" algn="l" defTabSz="1463040" rtl="0" eaLnBrk="1" latinLnBrk="0" hangingPunct="1">
      <a:defRPr sz="19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2926080" algn="l" defTabSz="1463040" rtl="0" eaLnBrk="1" latinLnBrk="0" hangingPunct="1">
      <a:defRPr sz="19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3657600" algn="l" defTabSz="1463040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6pPr>
    <a:lvl7pPr marL="4389120" algn="l" defTabSz="1463040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7pPr>
    <a:lvl8pPr marL="5120640" algn="l" defTabSz="1463040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8pPr>
    <a:lvl9pPr marL="5852160" algn="l" defTabSz="1463040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Closing Slide Patter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B4AAEE0-7563-43D8-2EA6-0EF66AD33038}"/>
              </a:ext>
            </a:extLst>
          </p:cNvPr>
          <p:cNvSpPr/>
          <p:nvPr userDrawn="1"/>
        </p:nvSpPr>
        <p:spPr>
          <a:xfrm>
            <a:off x="0" y="0"/>
            <a:ext cx="14630400" cy="723106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pic>
        <p:nvPicPr>
          <p:cNvPr id="7" name="Picture 6" descr="A green and white squares&#10;&#10;Description automatically generated">
            <a:extLst>
              <a:ext uri="{FF2B5EF4-FFF2-40B4-BE49-F238E27FC236}">
                <a16:creationId xmlns:a16="http://schemas.microsoft.com/office/drawing/2014/main" id="{F20F85B9-FEB9-E836-6DAC-242661FDEE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15254" y="0"/>
            <a:ext cx="5415146" cy="7230154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C8D37EB2-5223-EE12-23A2-A024E2AF66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3777" y="1318635"/>
            <a:ext cx="6367654" cy="1276437"/>
          </a:xfrm>
        </p:spPr>
        <p:txBody>
          <a:bodyPr lIns="91440">
            <a:noAutofit/>
          </a:bodyPr>
          <a:lstStyle>
            <a:lvl1pPr algn="l" defTabSz="1463040" rtl="0" eaLnBrk="1" latinLnBrk="0" hangingPunct="1">
              <a:spcBef>
                <a:spcPct val="0"/>
              </a:spcBef>
              <a:buNone/>
              <a:defRPr lang="en-US" sz="4000" b="0" i="0" kern="1200" cap="none" baseline="0" dirty="0">
                <a:solidFill>
                  <a:schemeClr val="bg1"/>
                </a:solidFill>
                <a:latin typeface="+mj-lt"/>
                <a:ea typeface="Times" pitchFamily="2" charset="0"/>
                <a:cs typeface="Arial Black" panose="020B0604020202020204" pitchFamily="34" charset="0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72A97E-78EF-DAED-456A-D9CCEC8F651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3777" y="2955782"/>
            <a:ext cx="6367654" cy="910340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Arial" panose="020B0604020202020204" pitchFamily="34" charset="0"/>
                <a:ea typeface="Noto Sans Medium" panose="020B0602040504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Subtitle Here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6E904E0F-9C02-56BE-7DF9-ADE6E1C29A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884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-brande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F5FC2D6-258E-2A4C-99EE-17BDF6F362B5}"/>
              </a:ext>
            </a:extLst>
          </p:cNvPr>
          <p:cNvSpPr/>
          <p:nvPr userDrawn="1"/>
        </p:nvSpPr>
        <p:spPr bwMode="auto">
          <a:xfrm>
            <a:off x="-18169" y="0"/>
            <a:ext cx="14630380" cy="8229600"/>
          </a:xfrm>
          <a:prstGeom prst="rect">
            <a:avLst/>
          </a:prstGeom>
          <a:solidFill>
            <a:schemeClr val="accent2"/>
          </a:solidFill>
          <a:ln w="9525">
            <a:noFill/>
            <a:round/>
            <a:headEnd/>
            <a:tailEnd/>
          </a:ln>
          <a:effectLst/>
        </p:spPr>
        <p:txBody>
          <a:bodyPr wrap="square"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1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DC6D24F-3F63-5BDF-85A3-4AE929F7544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18168" y="2275119"/>
            <a:ext cx="14630380" cy="367020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4D9FEA5-9836-9524-A302-D1D4F2E9659B}"/>
              </a:ext>
            </a:extLst>
          </p:cNvPr>
          <p:cNvSpPr txBox="1"/>
          <p:nvPr userDrawn="1"/>
        </p:nvSpPr>
        <p:spPr>
          <a:xfrm>
            <a:off x="7315201" y="6302865"/>
            <a:ext cx="731521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chemeClr val="bg1"/>
                </a:solidFill>
              </a:rPr>
              <a:t>NI is now part of Emerson.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450ED1-DB5B-ABCC-5F7C-40C47AA2A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967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-brande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C6CF378-F0E6-5034-6CF6-ECC88E4B67B9}"/>
              </a:ext>
            </a:extLst>
          </p:cNvPr>
          <p:cNvSpPr/>
          <p:nvPr userDrawn="1"/>
        </p:nvSpPr>
        <p:spPr bwMode="auto">
          <a:xfrm>
            <a:off x="-18169" y="0"/>
            <a:ext cx="14630380" cy="8229600"/>
          </a:xfrm>
          <a:prstGeom prst="rect">
            <a:avLst/>
          </a:prstGeom>
          <a:solidFill>
            <a:schemeClr val="bg2"/>
          </a:solidFill>
          <a:ln w="9525">
            <a:noFill/>
            <a:round/>
            <a:headEnd/>
            <a:tailEnd/>
          </a:ln>
          <a:effectLst/>
        </p:spPr>
        <p:txBody>
          <a:bodyPr wrap="square"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1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BDEE70-751A-F683-49D1-3563D21315EA}"/>
              </a:ext>
            </a:extLst>
          </p:cNvPr>
          <p:cNvSpPr txBox="1"/>
          <p:nvPr userDrawn="1"/>
        </p:nvSpPr>
        <p:spPr>
          <a:xfrm>
            <a:off x="7315201" y="6302865"/>
            <a:ext cx="731521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chemeClr val="bg2">
                    <a:lumMod val="10000"/>
                  </a:schemeClr>
                </a:solidFill>
              </a:rPr>
              <a:t>NI is now part of Emerson.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E24624E-DE7B-5966-1304-9A8148C884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35A4D87-FB75-092D-ED6F-D87BA620E8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18168" y="2275119"/>
            <a:ext cx="14630380" cy="3670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9139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7D8389FB-13B4-51E4-68AC-2618D55E877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-3" y="0"/>
            <a:ext cx="14630401" cy="82296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15AD002E-415A-4D73-8091-8E41D1B56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3776" y="478913"/>
            <a:ext cx="13262847" cy="1276437"/>
          </a:xfrm>
        </p:spPr>
        <p:txBody>
          <a:bodyPr lIns="91440">
            <a:noAutofit/>
          </a:bodyPr>
          <a:lstStyle>
            <a:lvl1pPr algn="l" defTabSz="1463040" rtl="0" eaLnBrk="1" latinLnBrk="0" hangingPunct="1">
              <a:spcBef>
                <a:spcPct val="0"/>
              </a:spcBef>
              <a:buNone/>
              <a:defRPr lang="en-US" sz="4000" b="0" i="0" kern="1200" cap="none" baseline="0" dirty="0">
                <a:solidFill>
                  <a:schemeClr val="bg1"/>
                </a:solidFill>
                <a:latin typeface="+mj-lt"/>
                <a:ea typeface="Times" pitchFamily="2" charset="0"/>
                <a:cs typeface="Arial Black" panose="020B0604020202020204" pitchFamily="34" charset="0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4D33A2EE-036C-4D53-9010-79F2A3C10D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3777" y="1755350"/>
            <a:ext cx="10476358" cy="910340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Arial" panose="020B0604020202020204" pitchFamily="34" charset="0"/>
                <a:ea typeface="Noto Sans Medium" panose="020B0602040504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Subtitle Here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9BBD498-4442-3D68-BD18-43021A6AED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193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BC6109AA-81FE-80E6-6C85-1F72793C929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-3" y="0"/>
            <a:ext cx="14630401" cy="82296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F091D9-52CD-819A-F895-888D725CA2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3776" y="1264976"/>
            <a:ext cx="13262847" cy="1276437"/>
          </a:xfrm>
        </p:spPr>
        <p:txBody>
          <a:bodyPr lIns="91440">
            <a:noAutofit/>
          </a:bodyPr>
          <a:lstStyle>
            <a:lvl1pPr algn="r" defTabSz="1463040" rtl="0" eaLnBrk="1" latinLnBrk="0" hangingPunct="1">
              <a:spcBef>
                <a:spcPct val="0"/>
              </a:spcBef>
              <a:buNone/>
              <a:defRPr lang="en-US" sz="4000" b="0" i="0" kern="1200" cap="none" baseline="0" dirty="0">
                <a:solidFill>
                  <a:schemeClr val="bg1"/>
                </a:solidFill>
                <a:latin typeface="+mj-lt"/>
                <a:ea typeface="Times" pitchFamily="2" charset="0"/>
                <a:cs typeface="Arial Black" panose="020B0604020202020204" pitchFamily="34" charset="0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1C7229B2-0302-B532-FD04-8FDFC0A413E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470265" y="2541413"/>
            <a:ext cx="10476358" cy="910340"/>
          </a:xfrm>
        </p:spPr>
        <p:txBody>
          <a:bodyPr>
            <a:noAutofit/>
          </a:bodyPr>
          <a:lstStyle>
            <a:lvl1pPr marL="0" indent="0" algn="r">
              <a:buNone/>
              <a:defRPr sz="2400">
                <a:solidFill>
                  <a:schemeClr val="bg1"/>
                </a:solidFill>
                <a:latin typeface="Arial" panose="020B0604020202020204" pitchFamily="34" charset="0"/>
                <a:ea typeface="Noto Sans Medium" panose="020B0602040504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Subtitle Here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72A0D3D-A1F5-DABF-B4AB-4474F4C192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860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Bottom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312917-9934-6C7B-5619-62A836D9917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-3" y="0"/>
            <a:ext cx="14630401" cy="82296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15B72D-6C37-27C8-02F6-B0767A64B3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6310" y="5514051"/>
            <a:ext cx="13262847" cy="1276437"/>
          </a:xfrm>
        </p:spPr>
        <p:txBody>
          <a:bodyPr lIns="91440">
            <a:noAutofit/>
          </a:bodyPr>
          <a:lstStyle>
            <a:lvl1pPr algn="l" defTabSz="1463040" rtl="0" eaLnBrk="1" latinLnBrk="0" hangingPunct="1">
              <a:spcBef>
                <a:spcPct val="0"/>
              </a:spcBef>
              <a:buNone/>
              <a:defRPr lang="en-US" sz="4000" b="0" i="0" kern="1200" cap="none" baseline="0" dirty="0">
                <a:solidFill>
                  <a:schemeClr val="bg1"/>
                </a:solidFill>
                <a:latin typeface="+mj-lt"/>
                <a:ea typeface="Times" pitchFamily="2" charset="0"/>
                <a:cs typeface="Arial Black" panose="020B0604020202020204" pitchFamily="34" charset="0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4543A546-CE7C-20CC-1A94-72E4A8856C8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6311" y="6790488"/>
            <a:ext cx="10476358" cy="910340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Arial" panose="020B0604020202020204" pitchFamily="34" charset="0"/>
                <a:ea typeface="Noto Sans Medium" panose="020B0602040504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Subtitle Here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C6239AE-FAA0-15DC-6C9A-2B55F4C0FF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25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Dark Green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79BFF5F3-AA63-4E90-A5C2-2DF5193537C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3" y="0"/>
            <a:ext cx="14630401" cy="82296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6159213-4973-B145-E517-EB9FCAD7B0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42632" y="-1"/>
            <a:ext cx="5376485" cy="2936727"/>
          </a:xfrm>
          <a:solidFill>
            <a:schemeClr val="accent3"/>
          </a:solidFill>
        </p:spPr>
        <p:txBody>
          <a:bodyPr lIns="91440">
            <a:noAutofit/>
          </a:bodyPr>
          <a:lstStyle>
            <a:lvl1pPr marL="274320" algn="l" defTabSz="14630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4000" b="0" i="0" kern="1200" cap="none" baseline="0" dirty="0">
                <a:solidFill>
                  <a:schemeClr val="bg1"/>
                </a:solidFill>
                <a:latin typeface="+mj-lt"/>
                <a:ea typeface="Times" pitchFamily="2" charset="0"/>
                <a:cs typeface="Arial Black" panose="020B0604020202020204" pitchFamily="34" charset="0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6428E205-3797-1272-896A-7E47BDDF214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42633" y="2936726"/>
            <a:ext cx="5376484" cy="5292874"/>
          </a:xfrm>
          <a:solidFill>
            <a:schemeClr val="accent3"/>
          </a:solidFill>
        </p:spPr>
        <p:txBody>
          <a:bodyPr/>
          <a:lstStyle>
            <a:lvl1pPr marL="274320" indent="0" algn="l">
              <a:buNone/>
              <a:defRPr sz="2400">
                <a:solidFill>
                  <a:schemeClr val="bg1"/>
                </a:solidFill>
                <a:latin typeface="Arial" panose="020B0604020202020204" pitchFamily="34" charset="0"/>
                <a:ea typeface="Noto Sans Medium" panose="020B0602040504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Subtitle Here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CE65F22-62CF-DAFA-08EF-029837C0FF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0959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 Slide Dark Green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79BFF5F3-AA63-4E90-A5C2-2DF5193537C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3" y="0"/>
            <a:ext cx="14630401" cy="82296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6159213-4973-B145-E517-EB9FCAD7B0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42632" y="-1"/>
            <a:ext cx="5376485" cy="2936727"/>
          </a:xfrm>
          <a:solidFill>
            <a:schemeClr val="accent2"/>
          </a:solidFill>
        </p:spPr>
        <p:txBody>
          <a:bodyPr lIns="91440">
            <a:noAutofit/>
          </a:bodyPr>
          <a:lstStyle>
            <a:lvl1pPr marL="274320" algn="l" defTabSz="14630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4000" b="0" i="0" kern="1200" cap="none" baseline="0" dirty="0">
                <a:solidFill>
                  <a:schemeClr val="bg1"/>
                </a:solidFill>
                <a:latin typeface="+mj-lt"/>
                <a:ea typeface="Times" pitchFamily="2" charset="0"/>
                <a:cs typeface="Arial Black" panose="020B0604020202020204" pitchFamily="34" charset="0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6428E205-3797-1272-896A-7E47BDDF214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42633" y="2936726"/>
            <a:ext cx="5376484" cy="5292874"/>
          </a:xfrm>
          <a:solidFill>
            <a:schemeClr val="accent2"/>
          </a:solidFill>
        </p:spPr>
        <p:txBody>
          <a:bodyPr/>
          <a:lstStyle>
            <a:lvl1pPr marL="274320" indent="0" algn="l">
              <a:buNone/>
              <a:defRPr sz="2400">
                <a:solidFill>
                  <a:schemeClr val="bg1"/>
                </a:solidFill>
                <a:latin typeface="Arial" panose="020B0604020202020204" pitchFamily="34" charset="0"/>
                <a:ea typeface="Noto Sans Medium" panose="020B0602040504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Subtitle Here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CE65F22-62CF-DAFA-08EF-029837C0FF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5400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Bright Green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79BFF5F3-AA63-4E90-A5C2-2DF5193537C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3" y="0"/>
            <a:ext cx="14630401" cy="82296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6159213-4973-B145-E517-EB9FCAD7B0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42632" y="-1"/>
            <a:ext cx="5376485" cy="2936727"/>
          </a:xfrm>
          <a:solidFill>
            <a:schemeClr val="accent6"/>
          </a:solidFill>
        </p:spPr>
        <p:txBody>
          <a:bodyPr lIns="91440">
            <a:noAutofit/>
          </a:bodyPr>
          <a:lstStyle>
            <a:lvl1pPr marL="274320" algn="l" defTabSz="14630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4000" b="0" i="0" kern="1200" cap="none" baseline="0" dirty="0">
                <a:solidFill>
                  <a:schemeClr val="bg1"/>
                </a:solidFill>
                <a:latin typeface="+mj-lt"/>
                <a:ea typeface="Times" pitchFamily="2" charset="0"/>
                <a:cs typeface="Arial Black" panose="020B0604020202020204" pitchFamily="34" charset="0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6428E205-3797-1272-896A-7E47BDDF214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42633" y="2936726"/>
            <a:ext cx="5376484" cy="5292874"/>
          </a:xfrm>
          <a:solidFill>
            <a:schemeClr val="accent6"/>
          </a:solidFill>
        </p:spPr>
        <p:txBody>
          <a:bodyPr/>
          <a:lstStyle>
            <a:lvl1pPr marL="274320" indent="0" algn="l">
              <a:buNone/>
              <a:defRPr sz="2400">
                <a:solidFill>
                  <a:schemeClr val="bg1"/>
                </a:solidFill>
                <a:latin typeface="Arial" panose="020B0604020202020204" pitchFamily="34" charset="0"/>
                <a:ea typeface="Noto Sans Medium" panose="020B0602040504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Subtitle Here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08F619E-F524-0D27-7E20-76C08FB9B7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09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eaker_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4630400" cy="723105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 flipH="1">
            <a:off x="8547100" y="3698758"/>
            <a:ext cx="608330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8547100" y="1530220"/>
            <a:ext cx="5580062" cy="2050895"/>
          </a:xfrm>
        </p:spPr>
        <p:txBody>
          <a:bodyPr>
            <a:noAutofit/>
          </a:bodyPr>
          <a:lstStyle>
            <a:lvl1pPr algn="l" defTabSz="146304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4000" kern="1200" cap="none" baseline="0" dirty="0">
                <a:solidFill>
                  <a:schemeClr val="bg1"/>
                </a:solidFill>
                <a:latin typeface="+mj-lt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8B786E8-C0D1-6610-0652-288C064910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345739" y="7492621"/>
            <a:ext cx="1768351" cy="454588"/>
          </a:xfrm>
          <a:prstGeom prst="rect">
            <a:avLst/>
          </a:prstGeom>
        </p:spPr>
      </p:pic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F3C98B94-5C52-E620-69BA-360353B197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547100" y="3956962"/>
            <a:ext cx="5580062" cy="910340"/>
          </a:xfrm>
        </p:spPr>
        <p:txBody>
          <a:bodyPr>
            <a:no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  <a:latin typeface="Arial" panose="020B0604020202020204" pitchFamily="34" charset="0"/>
                <a:ea typeface="Noto Sans Medium" panose="020B0602040504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Subtitle Here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39D28D5-A065-9D4B-08E3-E8427328E4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85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reaker_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4630400" cy="723105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 flipH="1">
            <a:off x="8547100" y="3698758"/>
            <a:ext cx="608330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8547100" y="1530220"/>
            <a:ext cx="5580062" cy="2050895"/>
          </a:xfrm>
        </p:spPr>
        <p:txBody>
          <a:bodyPr>
            <a:noAutofit/>
          </a:bodyPr>
          <a:lstStyle>
            <a:lvl1pPr algn="l" defTabSz="146304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4000" kern="1200" cap="none" baseline="0" dirty="0">
                <a:solidFill>
                  <a:schemeClr val="bg1"/>
                </a:solidFill>
                <a:latin typeface="+mj-lt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8B786E8-C0D1-6610-0652-288C064910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345739" y="7492621"/>
            <a:ext cx="1768351" cy="454588"/>
          </a:xfrm>
          <a:prstGeom prst="rect">
            <a:avLst/>
          </a:prstGeom>
        </p:spPr>
      </p:pic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F3C98B94-5C52-E620-69BA-360353B197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547100" y="3956962"/>
            <a:ext cx="5580062" cy="910340"/>
          </a:xfrm>
        </p:spPr>
        <p:txBody>
          <a:bodyPr>
            <a:no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  <a:latin typeface="Arial" panose="020B0604020202020204" pitchFamily="34" charset="0"/>
                <a:ea typeface="Noto Sans Medium" panose="020B0602040504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Subtitle Here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39D28D5-A065-9D4B-08E3-E8427328E4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683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eaker_Blu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0"/>
            <a:ext cx="14630400" cy="723106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 flipH="1">
            <a:off x="8547100" y="3698758"/>
            <a:ext cx="608330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547100" y="1530220"/>
            <a:ext cx="5580062" cy="2050895"/>
          </a:xfrm>
        </p:spPr>
        <p:txBody>
          <a:bodyPr>
            <a:noAutofit/>
          </a:bodyPr>
          <a:lstStyle>
            <a:lvl1pPr algn="l" defTabSz="146304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4000" b="0" i="0" kern="1200" cap="none" baseline="0" dirty="0">
                <a:solidFill>
                  <a:schemeClr val="bg1"/>
                </a:solidFill>
                <a:latin typeface="+mj-lt"/>
                <a:ea typeface="Times" pitchFamily="2" charset="0"/>
                <a:cs typeface="Arial Black" panose="020B0604020202020204" pitchFamily="34" charset="0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12F83A-DB6F-F511-2661-4228658F73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345739" y="7492621"/>
            <a:ext cx="1768351" cy="454588"/>
          </a:xfrm>
          <a:prstGeom prst="rect">
            <a:avLst/>
          </a:prstGeom>
        </p:spPr>
      </p:pic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BD5C8983-9837-9124-4B5B-8C9E6E1E35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547100" y="3956962"/>
            <a:ext cx="5580062" cy="910340"/>
          </a:xfrm>
        </p:spPr>
        <p:txBody>
          <a:bodyPr>
            <a:no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  <a:latin typeface="Arial" panose="020B0604020202020204" pitchFamily="34" charset="0"/>
                <a:ea typeface="Noto Sans Medium" panose="020B0602040504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Subtitle Here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57B30E0-B710-C5EF-4F55-0FD6FC853D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3668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/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lIns="91440">
            <a:noAutofit/>
          </a:bodyPr>
          <a:lstStyle>
            <a:lvl1pPr>
              <a:defRPr sz="3000"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29CB7604-41D7-C52B-91F1-8825BBA54CC8}"/>
              </a:ext>
            </a:extLst>
          </p:cNvPr>
          <p:cNvSpPr/>
          <p:nvPr userDrawn="1"/>
        </p:nvSpPr>
        <p:spPr>
          <a:xfrm>
            <a:off x="0" y="1714500"/>
            <a:ext cx="14630400" cy="5516564"/>
          </a:xfrm>
          <a:custGeom>
            <a:avLst/>
            <a:gdLst/>
            <a:ahLst/>
            <a:cxnLst/>
            <a:rect l="l" t="t" r="r" b="b"/>
            <a:pathLst>
              <a:path w="4064000" h="5619115">
                <a:moveTo>
                  <a:pt x="0" y="5618975"/>
                </a:moveTo>
                <a:lnTo>
                  <a:pt x="4063898" y="5618975"/>
                </a:lnTo>
                <a:lnTo>
                  <a:pt x="4063898" y="0"/>
                </a:lnTo>
                <a:lnTo>
                  <a:pt x="0" y="0"/>
                </a:lnTo>
                <a:lnTo>
                  <a:pt x="0" y="5618975"/>
                </a:lnTo>
                <a:close/>
              </a:path>
            </a:pathLst>
          </a:custGeom>
          <a:solidFill>
            <a:srgbClr val="EEEE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A7C2C21-21DC-C1D3-2FC5-B4D312E2630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3238" y="2036829"/>
            <a:ext cx="2488018" cy="509587"/>
          </a:xfrm>
        </p:spPr>
        <p:txBody>
          <a:bodyPr/>
          <a:lstStyle>
            <a:lvl1pPr marL="0" indent="0" algn="r">
              <a:buNone/>
              <a:defRPr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Group 1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D67C484B-16A7-DDBF-14F2-86FF1A28434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3238" y="2909795"/>
            <a:ext cx="2488018" cy="509587"/>
          </a:xfrm>
        </p:spPr>
        <p:txBody>
          <a:bodyPr/>
          <a:lstStyle>
            <a:lvl1pPr marL="0" indent="0" algn="r">
              <a:buNone/>
              <a:defRPr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Group 2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A7991BED-ABDA-00E6-FA19-59ECC9513C7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3237" y="3782761"/>
            <a:ext cx="2488018" cy="509587"/>
          </a:xfrm>
        </p:spPr>
        <p:txBody>
          <a:bodyPr/>
          <a:lstStyle>
            <a:lvl1pPr marL="0" indent="0" algn="r">
              <a:buNone/>
              <a:defRPr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Group 3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EB9D5586-12D0-0617-0E83-18566F5F3D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03237" y="4655727"/>
            <a:ext cx="2488018" cy="509587"/>
          </a:xfrm>
        </p:spPr>
        <p:txBody>
          <a:bodyPr/>
          <a:lstStyle>
            <a:lvl1pPr marL="0" indent="0" algn="r">
              <a:buNone/>
              <a:defRPr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Group 4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CF0DDFD5-43B7-F702-6963-ED560A9829A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03237" y="5528693"/>
            <a:ext cx="2488018" cy="509587"/>
          </a:xfrm>
        </p:spPr>
        <p:txBody>
          <a:bodyPr/>
          <a:lstStyle>
            <a:lvl1pPr marL="0" indent="0" algn="r">
              <a:buNone/>
              <a:defRPr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Group 5</a:t>
            </a:r>
          </a:p>
        </p:txBody>
      </p:sp>
      <p:sp>
        <p:nvSpPr>
          <p:cNvPr id="20" name="Text Placeholder 14">
            <a:extLst>
              <a:ext uri="{FF2B5EF4-FFF2-40B4-BE49-F238E27FC236}">
                <a16:creationId xmlns:a16="http://schemas.microsoft.com/office/drawing/2014/main" id="{80CEF86B-120C-0941-9E60-043E44E6764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03237" y="6401657"/>
            <a:ext cx="2488018" cy="509587"/>
          </a:xfrm>
        </p:spPr>
        <p:txBody>
          <a:bodyPr/>
          <a:lstStyle>
            <a:lvl1pPr marL="0" indent="0" algn="r">
              <a:buNone/>
              <a:defRPr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Group 6</a:t>
            </a:r>
          </a:p>
        </p:txBody>
      </p:sp>
      <p:sp>
        <p:nvSpPr>
          <p:cNvPr id="21" name="Text Placeholder 14">
            <a:extLst>
              <a:ext uri="{FF2B5EF4-FFF2-40B4-BE49-F238E27FC236}">
                <a16:creationId xmlns:a16="http://schemas.microsoft.com/office/drawing/2014/main" id="{BE026C21-57F3-D6D8-15BF-C37F4D4FE58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494493" y="2036829"/>
            <a:ext cx="10632670" cy="509587"/>
          </a:xfrm>
        </p:spPr>
        <p:txBody>
          <a:bodyPr/>
          <a:lstStyle>
            <a:lvl1pPr marL="0" indent="0" algn="l">
              <a:buNone/>
              <a:defRPr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76A126D3-BDF5-3AEE-1652-826946CF5D5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494493" y="2909795"/>
            <a:ext cx="10632670" cy="509587"/>
          </a:xfrm>
        </p:spPr>
        <p:txBody>
          <a:bodyPr/>
          <a:lstStyle>
            <a:lvl1pPr marL="0" indent="0" algn="l">
              <a:buNone/>
              <a:defRPr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23" name="Text Placeholder 14">
            <a:extLst>
              <a:ext uri="{FF2B5EF4-FFF2-40B4-BE49-F238E27FC236}">
                <a16:creationId xmlns:a16="http://schemas.microsoft.com/office/drawing/2014/main" id="{BBFF508D-A562-2556-E822-0712912C76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494492" y="3782761"/>
            <a:ext cx="10632670" cy="509587"/>
          </a:xfrm>
        </p:spPr>
        <p:txBody>
          <a:bodyPr/>
          <a:lstStyle>
            <a:lvl1pPr marL="0" indent="0" algn="l">
              <a:buNone/>
              <a:defRPr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24" name="Text Placeholder 14">
            <a:extLst>
              <a:ext uri="{FF2B5EF4-FFF2-40B4-BE49-F238E27FC236}">
                <a16:creationId xmlns:a16="http://schemas.microsoft.com/office/drawing/2014/main" id="{9A7B486F-B636-3264-024E-F220C2E86F2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494492" y="4655727"/>
            <a:ext cx="10632670" cy="509587"/>
          </a:xfrm>
        </p:spPr>
        <p:txBody>
          <a:bodyPr/>
          <a:lstStyle>
            <a:lvl1pPr marL="0" indent="0" algn="l">
              <a:buNone/>
              <a:defRPr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25" name="Text Placeholder 14">
            <a:extLst>
              <a:ext uri="{FF2B5EF4-FFF2-40B4-BE49-F238E27FC236}">
                <a16:creationId xmlns:a16="http://schemas.microsoft.com/office/drawing/2014/main" id="{A85B539F-6478-15FE-15B6-DF8BF611045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94492" y="5528693"/>
            <a:ext cx="10632670" cy="509587"/>
          </a:xfrm>
        </p:spPr>
        <p:txBody>
          <a:bodyPr/>
          <a:lstStyle>
            <a:lvl1pPr marL="0" indent="0" algn="l">
              <a:buNone/>
              <a:defRPr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26" name="Text Placeholder 14">
            <a:extLst>
              <a:ext uri="{FF2B5EF4-FFF2-40B4-BE49-F238E27FC236}">
                <a16:creationId xmlns:a16="http://schemas.microsoft.com/office/drawing/2014/main" id="{58F8F0E5-9313-5F1C-EA96-805FDEBFAAE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494492" y="6401657"/>
            <a:ext cx="10632670" cy="509587"/>
          </a:xfrm>
        </p:spPr>
        <p:txBody>
          <a:bodyPr/>
          <a:lstStyle>
            <a:lvl1pPr marL="0" indent="0" algn="l">
              <a:buNone/>
              <a:defRPr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56C1EBB-5DA5-BF02-BDC5-AA34C35031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8898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2">
            <a:extLst>
              <a:ext uri="{FF2B5EF4-FFF2-40B4-BE49-F238E27FC236}">
                <a16:creationId xmlns:a16="http://schemas.microsoft.com/office/drawing/2014/main" id="{1A7477AD-DFD3-6E09-ADB5-2626AFF82BB1}"/>
              </a:ext>
            </a:extLst>
          </p:cNvPr>
          <p:cNvSpPr/>
          <p:nvPr userDrawn="1"/>
        </p:nvSpPr>
        <p:spPr>
          <a:xfrm>
            <a:off x="0" y="1714500"/>
            <a:ext cx="14630400" cy="5516564"/>
          </a:xfrm>
          <a:custGeom>
            <a:avLst/>
            <a:gdLst/>
            <a:ahLst/>
            <a:cxnLst/>
            <a:rect l="l" t="t" r="r" b="b"/>
            <a:pathLst>
              <a:path w="4064000" h="5619115">
                <a:moveTo>
                  <a:pt x="0" y="5618975"/>
                </a:moveTo>
                <a:lnTo>
                  <a:pt x="4063898" y="5618975"/>
                </a:lnTo>
                <a:lnTo>
                  <a:pt x="4063898" y="0"/>
                </a:lnTo>
                <a:lnTo>
                  <a:pt x="0" y="0"/>
                </a:lnTo>
                <a:lnTo>
                  <a:pt x="0" y="5618975"/>
                </a:lnTo>
                <a:close/>
              </a:path>
            </a:pathLst>
          </a:custGeom>
          <a:solidFill>
            <a:srgbClr val="EEEE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lIns="91440">
            <a:noAutofit/>
          </a:bodyPr>
          <a:lstStyle>
            <a:lvl1pPr>
              <a:defRPr sz="3000"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3237" y="2652903"/>
            <a:ext cx="13623926" cy="4213507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339725" indent="0">
              <a:buNone/>
              <a:defRPr sz="1600"/>
            </a:lvl2pPr>
            <a:lvl3pPr marL="688975" indent="0">
              <a:buNone/>
              <a:defRPr sz="1600"/>
            </a:lvl3pPr>
            <a:lvl4pPr marL="976312" indent="0">
              <a:buNone/>
              <a:defRPr sz="1600"/>
            </a:lvl4pPr>
            <a:lvl5pPr marL="1314450" indent="0">
              <a:buNone/>
              <a:defRPr sz="16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E0690B-A650-10E2-4533-EBACCFF1E0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3238" y="1960631"/>
            <a:ext cx="13623924" cy="596900"/>
          </a:xfrm>
        </p:spPr>
        <p:txBody>
          <a:bodyPr/>
          <a:lstStyle>
            <a:lvl1pPr marL="0" indent="0">
              <a:buNone/>
              <a:defRPr sz="2800"/>
            </a:lvl1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C4C05A-3048-8787-2847-1F300FCF88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7763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Content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lIns="91440">
            <a:noAutofit/>
          </a:bodyPr>
          <a:lstStyle>
            <a:lvl1pPr>
              <a:defRPr sz="3000"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3237" y="2652903"/>
            <a:ext cx="13623926" cy="4213507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339725" indent="0">
              <a:buNone/>
              <a:defRPr sz="1600"/>
            </a:lvl2pPr>
            <a:lvl3pPr marL="688975" indent="0">
              <a:buNone/>
              <a:defRPr sz="1600"/>
            </a:lvl3pPr>
            <a:lvl4pPr marL="976312" indent="0">
              <a:buNone/>
              <a:defRPr sz="1600"/>
            </a:lvl4pPr>
            <a:lvl5pPr marL="1314450" indent="0">
              <a:buNone/>
              <a:defRPr sz="16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E0690B-A650-10E2-4533-EBACCFF1E0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3238" y="1960631"/>
            <a:ext cx="13623924" cy="596900"/>
          </a:xfrm>
        </p:spPr>
        <p:txBody>
          <a:bodyPr/>
          <a:lstStyle>
            <a:lvl1pPr marL="0" indent="0">
              <a:buNone/>
              <a:defRPr sz="2800"/>
            </a:lvl1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C4C05A-3048-8787-2847-1F300FCF88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2958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lock Content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2">
            <a:extLst>
              <a:ext uri="{FF2B5EF4-FFF2-40B4-BE49-F238E27FC236}">
                <a16:creationId xmlns:a16="http://schemas.microsoft.com/office/drawing/2014/main" id="{1A7477AD-DFD3-6E09-ADB5-2626AFF82BB1}"/>
              </a:ext>
            </a:extLst>
          </p:cNvPr>
          <p:cNvSpPr/>
          <p:nvPr userDrawn="1"/>
        </p:nvSpPr>
        <p:spPr>
          <a:xfrm>
            <a:off x="0" y="1714500"/>
            <a:ext cx="14630400" cy="5516564"/>
          </a:xfrm>
          <a:custGeom>
            <a:avLst/>
            <a:gdLst/>
            <a:ahLst/>
            <a:cxnLst/>
            <a:rect l="l" t="t" r="r" b="b"/>
            <a:pathLst>
              <a:path w="4064000" h="5619115">
                <a:moveTo>
                  <a:pt x="0" y="5618975"/>
                </a:moveTo>
                <a:lnTo>
                  <a:pt x="4063898" y="5618975"/>
                </a:lnTo>
                <a:lnTo>
                  <a:pt x="4063898" y="0"/>
                </a:lnTo>
                <a:lnTo>
                  <a:pt x="0" y="0"/>
                </a:lnTo>
                <a:lnTo>
                  <a:pt x="0" y="5618975"/>
                </a:lnTo>
                <a:close/>
              </a:path>
            </a:pathLst>
          </a:custGeom>
          <a:solidFill>
            <a:srgbClr val="EEEE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lIns="91440">
            <a:noAutofit/>
          </a:bodyPr>
          <a:lstStyle>
            <a:lvl1pPr>
              <a:defRPr sz="3000"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3237" y="2652903"/>
            <a:ext cx="6666189" cy="4213507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 marL="339725" indent="0">
              <a:buNone/>
              <a:defRPr sz="1800"/>
            </a:lvl2pPr>
            <a:lvl3pPr marL="688975" indent="0">
              <a:buNone/>
              <a:defRPr sz="1800"/>
            </a:lvl3pPr>
            <a:lvl4pPr marL="976312" indent="0">
              <a:buNone/>
              <a:defRPr sz="1800"/>
            </a:lvl4pPr>
            <a:lvl5pPr marL="1314450" indent="0">
              <a:buNone/>
              <a:defRPr sz="18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E0690B-A650-10E2-4533-EBACCFF1E0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3238" y="1960631"/>
            <a:ext cx="6666188" cy="596900"/>
          </a:xfrm>
        </p:spPr>
        <p:txBody>
          <a:bodyPr/>
          <a:lstStyle>
            <a:lvl1pPr marL="0" indent="0">
              <a:buNone/>
              <a:defRPr sz="2800">
                <a:solidFill>
                  <a:schemeClr val="tx1"/>
                </a:solidFill>
              </a:defRPr>
            </a:lvl1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7FC8DC0-6478-538D-D5BB-1C7A5196457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7460973" y="2652903"/>
            <a:ext cx="6666189" cy="4213507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 marL="339725" indent="0">
              <a:buNone/>
              <a:defRPr sz="1800"/>
            </a:lvl2pPr>
            <a:lvl3pPr marL="688975" indent="0">
              <a:buNone/>
              <a:defRPr sz="1800"/>
            </a:lvl3pPr>
            <a:lvl4pPr marL="976312" indent="0">
              <a:buNone/>
              <a:defRPr sz="1800"/>
            </a:lvl4pPr>
            <a:lvl5pPr marL="1314450" indent="0">
              <a:buNone/>
              <a:defRPr sz="18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82A5401-52A2-8570-1E7F-12F6CAFEBEA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60974" y="1960631"/>
            <a:ext cx="6666188" cy="596900"/>
          </a:xfrm>
        </p:spPr>
        <p:txBody>
          <a:bodyPr/>
          <a:lstStyle>
            <a:lvl1pPr marL="0" indent="0">
              <a:buNone/>
              <a:defRPr sz="2800"/>
            </a:lvl1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6B23157-C7C5-A8CF-164C-6F71BC03A2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9803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Block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168898" y="801451"/>
            <a:ext cx="8958263" cy="10163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68899" y="2145118"/>
            <a:ext cx="8958263" cy="5170082"/>
          </a:xfrm>
        </p:spPr>
        <p:txBody>
          <a:bodyPr>
            <a:noAutofit/>
          </a:bodyPr>
          <a:lstStyle>
            <a:lvl1pPr marL="0" indent="0">
              <a:buNone/>
              <a:defRPr sz="1700"/>
            </a:lvl1pPr>
            <a:lvl2pPr marL="339725" indent="0">
              <a:buNone/>
              <a:defRPr sz="1700"/>
            </a:lvl2pPr>
            <a:lvl3pPr marL="688975" indent="0">
              <a:buNone/>
              <a:defRPr sz="1700"/>
            </a:lvl3pPr>
            <a:lvl4pPr marL="976312" indent="0">
              <a:buNone/>
              <a:defRPr sz="1700"/>
            </a:lvl4pPr>
            <a:lvl5pPr marL="1314450" indent="0">
              <a:buNone/>
              <a:defRPr sz="17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5FA95EFE-A82E-97DE-9182-57C867C5A48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3" y="0"/>
            <a:ext cx="4914901" cy="82296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7E74F657-CE88-2203-5F5D-65C0CCA673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2601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Block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633640" y="1127200"/>
            <a:ext cx="5486400" cy="1017918"/>
          </a:xfrm>
        </p:spPr>
        <p:txBody>
          <a:bodyPr>
            <a:noAutofit/>
          </a:bodyPr>
          <a:lstStyle>
            <a:lvl1pPr>
              <a:defRPr sz="2800">
                <a:solidFill>
                  <a:schemeClr val="bg2">
                    <a:lumMod val="1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Slide Subtitle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33640" y="2305437"/>
            <a:ext cx="5567953" cy="4436069"/>
          </a:xfrm>
        </p:spPr>
        <p:txBody>
          <a:bodyPr>
            <a:noAutofit/>
          </a:bodyPr>
          <a:lstStyle>
            <a:lvl1pPr marL="0" indent="0">
              <a:buNone/>
              <a:defRPr sz="1700"/>
            </a:lvl1pPr>
            <a:lvl2pPr marL="339725" indent="0">
              <a:buNone/>
              <a:defRPr sz="1700"/>
            </a:lvl2pPr>
            <a:lvl3pPr marL="688975" indent="0">
              <a:buNone/>
              <a:defRPr sz="1700"/>
            </a:lvl3pPr>
            <a:lvl4pPr marL="976312" indent="0">
              <a:buNone/>
              <a:defRPr sz="1700"/>
            </a:lvl4pPr>
            <a:lvl5pPr marL="1314450" indent="0">
              <a:buNone/>
              <a:defRPr sz="17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5F5E3664-151B-7A7F-4F7C-2A507E6478C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914898" y="0"/>
            <a:ext cx="3378201" cy="82296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CEC826-D1F7-EA99-352F-49B6565DAE2C}"/>
              </a:ext>
            </a:extLst>
          </p:cNvPr>
          <p:cNvSpPr/>
          <p:nvPr userDrawn="1"/>
        </p:nvSpPr>
        <p:spPr>
          <a:xfrm>
            <a:off x="0" y="0"/>
            <a:ext cx="4914898" cy="8229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00F2A52D-6982-1DF0-3FA0-210C5B9B838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82588" y="2502858"/>
            <a:ext cx="3540125" cy="2179637"/>
          </a:xfrm>
        </p:spPr>
        <p:txBody>
          <a:bodyPr/>
          <a:lstStyle>
            <a:lvl1pPr marL="0" indent="0">
              <a:buNone/>
              <a:defRPr sz="3000">
                <a:solidFill>
                  <a:schemeClr val="bg1"/>
                </a:solidFill>
                <a:latin typeface="+mj-lt"/>
              </a:defRPr>
            </a:lvl1pPr>
            <a:lvl2pPr>
              <a:defRPr sz="4000">
                <a:solidFill>
                  <a:schemeClr val="bg1"/>
                </a:solidFill>
                <a:latin typeface="+mj-lt"/>
              </a:defRPr>
            </a:lvl2pPr>
            <a:lvl3pPr>
              <a:defRPr sz="4000">
                <a:solidFill>
                  <a:schemeClr val="bg1"/>
                </a:solidFill>
                <a:latin typeface="+mj-lt"/>
              </a:defRPr>
            </a:lvl3pPr>
            <a:lvl4pPr>
              <a:defRPr sz="4000">
                <a:solidFill>
                  <a:schemeClr val="bg1"/>
                </a:solidFill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Click To Edit Slide Title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7C6F681F-0D2D-8334-C08A-5E22FD0B78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0375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ngle Block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633640" y="1127200"/>
            <a:ext cx="5486400" cy="1017918"/>
          </a:xfrm>
        </p:spPr>
        <p:txBody>
          <a:bodyPr>
            <a:noAutofit/>
          </a:bodyPr>
          <a:lstStyle>
            <a:lvl1pPr>
              <a:defRPr sz="2800">
                <a:solidFill>
                  <a:schemeClr val="bg2">
                    <a:lumMod val="1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Slide Subtitle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33640" y="2305437"/>
            <a:ext cx="5567953" cy="4436069"/>
          </a:xfrm>
        </p:spPr>
        <p:txBody>
          <a:bodyPr>
            <a:noAutofit/>
          </a:bodyPr>
          <a:lstStyle>
            <a:lvl1pPr marL="0" indent="0">
              <a:buNone/>
              <a:defRPr sz="1700"/>
            </a:lvl1pPr>
            <a:lvl2pPr marL="339725" indent="0">
              <a:buNone/>
              <a:defRPr sz="1700"/>
            </a:lvl2pPr>
            <a:lvl3pPr marL="688975" indent="0">
              <a:buNone/>
              <a:defRPr sz="1700"/>
            </a:lvl3pPr>
            <a:lvl4pPr marL="976312" indent="0">
              <a:buNone/>
              <a:defRPr sz="1700"/>
            </a:lvl4pPr>
            <a:lvl5pPr marL="1314450" indent="0">
              <a:buNone/>
              <a:defRPr sz="17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5F5E3664-151B-7A7F-4F7C-2A507E6478C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914898" y="0"/>
            <a:ext cx="3378201" cy="82296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CEC826-D1F7-EA99-352F-49B6565DAE2C}"/>
              </a:ext>
            </a:extLst>
          </p:cNvPr>
          <p:cNvSpPr/>
          <p:nvPr userDrawn="1"/>
        </p:nvSpPr>
        <p:spPr>
          <a:xfrm>
            <a:off x="0" y="0"/>
            <a:ext cx="4914898" cy="8229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00F2A52D-6982-1DF0-3FA0-210C5B9B838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82588" y="2502858"/>
            <a:ext cx="3540125" cy="2179637"/>
          </a:xfrm>
        </p:spPr>
        <p:txBody>
          <a:bodyPr/>
          <a:lstStyle>
            <a:lvl1pPr marL="0" indent="0">
              <a:buNone/>
              <a:defRPr sz="3000">
                <a:solidFill>
                  <a:schemeClr val="bg1"/>
                </a:solidFill>
                <a:latin typeface="+mj-lt"/>
              </a:defRPr>
            </a:lvl1pPr>
            <a:lvl2pPr>
              <a:defRPr sz="4000">
                <a:solidFill>
                  <a:schemeClr val="bg1"/>
                </a:solidFill>
                <a:latin typeface="+mj-lt"/>
              </a:defRPr>
            </a:lvl2pPr>
            <a:lvl3pPr>
              <a:defRPr sz="4000">
                <a:solidFill>
                  <a:schemeClr val="bg1"/>
                </a:solidFill>
                <a:latin typeface="+mj-lt"/>
              </a:defRPr>
            </a:lvl3pPr>
            <a:lvl4pPr>
              <a:defRPr sz="4000">
                <a:solidFill>
                  <a:schemeClr val="bg1"/>
                </a:solidFill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Click To Edit Slide Title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7C6F681F-0D2D-8334-C08A-5E22FD0B78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7516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Content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lIns="91440">
            <a:noAutofit/>
          </a:bodyPr>
          <a:lstStyle>
            <a:lvl1pPr>
              <a:defRPr sz="3000"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3237" y="2652903"/>
            <a:ext cx="13623926" cy="4213507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339725" indent="0">
              <a:buNone/>
              <a:defRPr sz="1600"/>
            </a:lvl2pPr>
            <a:lvl3pPr marL="688975" indent="0">
              <a:buNone/>
              <a:defRPr sz="1600"/>
            </a:lvl3pPr>
            <a:lvl4pPr marL="976312" indent="0">
              <a:buNone/>
              <a:defRPr sz="1600"/>
            </a:lvl4pPr>
            <a:lvl5pPr marL="1314450" indent="0">
              <a:buNone/>
              <a:defRPr sz="16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E0690B-A650-10E2-4533-EBACCFF1E0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3238" y="1960631"/>
            <a:ext cx="13623924" cy="596900"/>
          </a:xfrm>
        </p:spPr>
        <p:txBody>
          <a:bodyPr/>
          <a:lstStyle>
            <a:lvl1pPr marL="0" indent="0">
              <a:buNone/>
              <a:defRPr sz="2800"/>
            </a:lvl1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0AF8B6F9-70E2-DC92-6A96-A82D7F4A6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8802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Content 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3237" y="1960631"/>
            <a:ext cx="13623926" cy="5247691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339725" indent="0">
              <a:buNone/>
              <a:defRPr sz="1600"/>
            </a:lvl2pPr>
            <a:lvl3pPr marL="688975" indent="0">
              <a:buNone/>
              <a:defRPr sz="1600"/>
            </a:lvl3pPr>
            <a:lvl4pPr marL="976312" indent="0">
              <a:buNone/>
              <a:defRPr sz="1600"/>
            </a:lvl4pPr>
            <a:lvl5pPr marL="1314450" indent="0">
              <a:buNone/>
              <a:defRPr sz="16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lIns="91440">
            <a:noAutofit/>
          </a:bodyPr>
          <a:lstStyle>
            <a:lvl1pPr>
              <a:defRPr sz="3000"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15D3A71-7794-FE21-D1CE-74B73F6431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70402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With Subhead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>
            <a:extLst>
              <a:ext uri="{FF2B5EF4-FFF2-40B4-BE49-F238E27FC236}">
                <a16:creationId xmlns:a16="http://schemas.microsoft.com/office/drawing/2014/main" id="{3F7C280F-A550-5B4E-3602-72F37960F701}"/>
              </a:ext>
            </a:extLst>
          </p:cNvPr>
          <p:cNvSpPr/>
          <p:nvPr userDrawn="1"/>
        </p:nvSpPr>
        <p:spPr>
          <a:xfrm>
            <a:off x="0" y="1714500"/>
            <a:ext cx="14630400" cy="5516564"/>
          </a:xfrm>
          <a:custGeom>
            <a:avLst/>
            <a:gdLst/>
            <a:ahLst/>
            <a:cxnLst/>
            <a:rect l="l" t="t" r="r" b="b"/>
            <a:pathLst>
              <a:path w="4064000" h="5619115">
                <a:moveTo>
                  <a:pt x="0" y="5618975"/>
                </a:moveTo>
                <a:lnTo>
                  <a:pt x="4063898" y="5618975"/>
                </a:lnTo>
                <a:lnTo>
                  <a:pt x="4063898" y="0"/>
                </a:lnTo>
                <a:lnTo>
                  <a:pt x="0" y="0"/>
                </a:lnTo>
                <a:lnTo>
                  <a:pt x="0" y="5618975"/>
                </a:lnTo>
                <a:close/>
              </a:path>
            </a:pathLst>
          </a:custGeom>
          <a:solidFill>
            <a:srgbClr val="EEEE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03238" y="329565"/>
            <a:ext cx="13623925" cy="10163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19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886010" y="2298700"/>
            <a:ext cx="5908487" cy="762000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20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7740505" y="2298700"/>
            <a:ext cx="6369195" cy="762000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21" name="Content Placeholder 16"/>
          <p:cNvSpPr>
            <a:spLocks noGrp="1"/>
          </p:cNvSpPr>
          <p:nvPr>
            <p:ph sz="quarter" idx="17"/>
          </p:nvPr>
        </p:nvSpPr>
        <p:spPr>
          <a:xfrm>
            <a:off x="886010" y="3230815"/>
            <a:ext cx="5908489" cy="3068385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339725" indent="0">
              <a:buNone/>
              <a:defRPr sz="1600"/>
            </a:lvl2pPr>
            <a:lvl3pPr marL="688975" indent="0">
              <a:buNone/>
              <a:defRPr sz="1600"/>
            </a:lvl3pPr>
            <a:lvl4pPr marL="976312" indent="0">
              <a:buNone/>
              <a:defRPr sz="1600"/>
            </a:lvl4pPr>
            <a:lvl5pPr marL="1314450" indent="0">
              <a:buNone/>
              <a:defRPr sz="16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22" name="Content Placeholder 16"/>
          <p:cNvSpPr>
            <a:spLocks noGrp="1"/>
          </p:cNvSpPr>
          <p:nvPr>
            <p:ph sz="quarter" idx="18"/>
          </p:nvPr>
        </p:nvSpPr>
        <p:spPr>
          <a:xfrm>
            <a:off x="7740505" y="3230815"/>
            <a:ext cx="6369192" cy="3068385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339725" indent="0">
              <a:buNone/>
              <a:defRPr sz="1600"/>
            </a:lvl2pPr>
            <a:lvl3pPr marL="688975" indent="0">
              <a:buNone/>
              <a:defRPr sz="1600"/>
            </a:lvl3pPr>
            <a:lvl4pPr marL="976312" indent="0">
              <a:buNone/>
              <a:defRPr sz="1600"/>
            </a:lvl4pPr>
            <a:lvl5pPr marL="1314450" indent="0">
              <a:buNone/>
              <a:defRPr sz="16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D8B0D8F-E258-44DF-0899-A537C3490F15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02186" y="2298700"/>
            <a:ext cx="0" cy="400050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11842E2-D7BE-65D5-63F4-9548CA8AE0C1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7315200" y="2298700"/>
            <a:ext cx="0" cy="400050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FD829-7BA5-3C6D-763D-59772F850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5523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Column With Subhead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>
            <a:extLst>
              <a:ext uri="{FF2B5EF4-FFF2-40B4-BE49-F238E27FC236}">
                <a16:creationId xmlns:a16="http://schemas.microsoft.com/office/drawing/2014/main" id="{3F7C280F-A550-5B4E-3602-72F37960F701}"/>
              </a:ext>
            </a:extLst>
          </p:cNvPr>
          <p:cNvSpPr/>
          <p:nvPr userDrawn="1"/>
        </p:nvSpPr>
        <p:spPr>
          <a:xfrm>
            <a:off x="0" y="1714500"/>
            <a:ext cx="14630400" cy="5516564"/>
          </a:xfrm>
          <a:custGeom>
            <a:avLst/>
            <a:gdLst/>
            <a:ahLst/>
            <a:cxnLst/>
            <a:rect l="l" t="t" r="r" b="b"/>
            <a:pathLst>
              <a:path w="4064000" h="5619115">
                <a:moveTo>
                  <a:pt x="0" y="5618975"/>
                </a:moveTo>
                <a:lnTo>
                  <a:pt x="4063898" y="5618975"/>
                </a:lnTo>
                <a:lnTo>
                  <a:pt x="4063898" y="0"/>
                </a:lnTo>
                <a:lnTo>
                  <a:pt x="0" y="0"/>
                </a:lnTo>
                <a:lnTo>
                  <a:pt x="0" y="5618975"/>
                </a:lnTo>
                <a:close/>
              </a:path>
            </a:pathLst>
          </a:custGeom>
          <a:solidFill>
            <a:srgbClr val="EEEE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03238" y="329565"/>
            <a:ext cx="13623925" cy="10163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21" name="Content Placeholder 16"/>
          <p:cNvSpPr>
            <a:spLocks noGrp="1"/>
          </p:cNvSpPr>
          <p:nvPr>
            <p:ph sz="quarter" idx="17"/>
          </p:nvPr>
        </p:nvSpPr>
        <p:spPr>
          <a:xfrm>
            <a:off x="886010" y="2298701"/>
            <a:ext cx="5908489" cy="40005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339725" indent="0">
              <a:buNone/>
              <a:defRPr sz="1600"/>
            </a:lvl2pPr>
            <a:lvl3pPr marL="688975" indent="0">
              <a:buNone/>
              <a:defRPr sz="1600"/>
            </a:lvl3pPr>
            <a:lvl4pPr marL="976312" indent="0">
              <a:buNone/>
              <a:defRPr sz="1600"/>
            </a:lvl4pPr>
            <a:lvl5pPr marL="1314450" indent="0">
              <a:buNone/>
              <a:defRPr sz="16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22" name="Content Placeholder 16"/>
          <p:cNvSpPr>
            <a:spLocks noGrp="1"/>
          </p:cNvSpPr>
          <p:nvPr>
            <p:ph sz="quarter" idx="18"/>
          </p:nvPr>
        </p:nvSpPr>
        <p:spPr>
          <a:xfrm>
            <a:off x="7740505" y="2298701"/>
            <a:ext cx="6369192" cy="40005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339725" indent="0">
              <a:buNone/>
              <a:defRPr sz="1600"/>
            </a:lvl2pPr>
            <a:lvl3pPr marL="688975" indent="0">
              <a:buNone/>
              <a:defRPr sz="1600"/>
            </a:lvl3pPr>
            <a:lvl4pPr marL="976312" indent="0">
              <a:buNone/>
              <a:defRPr sz="1600"/>
            </a:lvl4pPr>
            <a:lvl5pPr marL="1314450" indent="0">
              <a:buNone/>
              <a:defRPr sz="16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D8B0D8F-E258-44DF-0899-A537C3490F15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02186" y="2298700"/>
            <a:ext cx="0" cy="400050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11842E2-D7BE-65D5-63F4-9548CA8AE0C1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7315200" y="2298700"/>
            <a:ext cx="0" cy="400050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FD829-7BA5-3C6D-763D-59772F850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4188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Column With Subhead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03238" y="329565"/>
            <a:ext cx="13623925" cy="10163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19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886010" y="2298700"/>
            <a:ext cx="5908487" cy="762000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20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7740505" y="2298700"/>
            <a:ext cx="6369195" cy="762000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21" name="Content Placeholder 16"/>
          <p:cNvSpPr>
            <a:spLocks noGrp="1"/>
          </p:cNvSpPr>
          <p:nvPr>
            <p:ph sz="quarter" idx="17"/>
          </p:nvPr>
        </p:nvSpPr>
        <p:spPr>
          <a:xfrm>
            <a:off x="886010" y="3230815"/>
            <a:ext cx="5908489" cy="3068385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339725" indent="0">
              <a:buNone/>
              <a:defRPr sz="1600"/>
            </a:lvl2pPr>
            <a:lvl3pPr marL="688975" indent="0">
              <a:buNone/>
              <a:defRPr sz="1600"/>
            </a:lvl3pPr>
            <a:lvl4pPr marL="976312" indent="0">
              <a:buNone/>
              <a:defRPr sz="1600"/>
            </a:lvl4pPr>
            <a:lvl5pPr marL="1314450" indent="0">
              <a:buNone/>
              <a:defRPr sz="16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22" name="Content Placeholder 16"/>
          <p:cNvSpPr>
            <a:spLocks noGrp="1"/>
          </p:cNvSpPr>
          <p:nvPr>
            <p:ph sz="quarter" idx="18"/>
          </p:nvPr>
        </p:nvSpPr>
        <p:spPr>
          <a:xfrm>
            <a:off x="7740505" y="3230815"/>
            <a:ext cx="6369192" cy="3068385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339725" indent="0">
              <a:buNone/>
              <a:defRPr sz="1600"/>
            </a:lvl2pPr>
            <a:lvl3pPr marL="688975" indent="0">
              <a:buNone/>
              <a:defRPr sz="1600"/>
            </a:lvl3pPr>
            <a:lvl4pPr marL="976312" indent="0">
              <a:buNone/>
              <a:defRPr sz="1600"/>
            </a:lvl4pPr>
            <a:lvl5pPr marL="1314450" indent="0">
              <a:buNone/>
              <a:defRPr sz="16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D8B0D8F-E258-44DF-0899-A537C3490F15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02186" y="2298700"/>
            <a:ext cx="0" cy="400050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11842E2-D7BE-65D5-63F4-9548CA8AE0C1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7315200" y="2298700"/>
            <a:ext cx="0" cy="400050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FD829-7BA5-3C6D-763D-59772F850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30982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2 Column With Subhead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03238" y="329565"/>
            <a:ext cx="13623925" cy="10163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21" name="Content Placeholder 16"/>
          <p:cNvSpPr>
            <a:spLocks noGrp="1"/>
          </p:cNvSpPr>
          <p:nvPr>
            <p:ph sz="quarter" idx="17"/>
          </p:nvPr>
        </p:nvSpPr>
        <p:spPr>
          <a:xfrm>
            <a:off x="886010" y="2298701"/>
            <a:ext cx="5908489" cy="40005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339725" indent="0">
              <a:buNone/>
              <a:defRPr sz="1600"/>
            </a:lvl2pPr>
            <a:lvl3pPr marL="688975" indent="0">
              <a:buNone/>
              <a:defRPr sz="1600"/>
            </a:lvl3pPr>
            <a:lvl4pPr marL="976312" indent="0">
              <a:buNone/>
              <a:defRPr sz="1600"/>
            </a:lvl4pPr>
            <a:lvl5pPr marL="1314450" indent="0">
              <a:buNone/>
              <a:defRPr sz="16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22" name="Content Placeholder 16"/>
          <p:cNvSpPr>
            <a:spLocks noGrp="1"/>
          </p:cNvSpPr>
          <p:nvPr>
            <p:ph sz="quarter" idx="18"/>
          </p:nvPr>
        </p:nvSpPr>
        <p:spPr>
          <a:xfrm>
            <a:off x="7740505" y="2298701"/>
            <a:ext cx="6369192" cy="40005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339725" indent="0">
              <a:buNone/>
              <a:defRPr sz="1600"/>
            </a:lvl2pPr>
            <a:lvl3pPr marL="688975" indent="0">
              <a:buNone/>
              <a:defRPr sz="1600"/>
            </a:lvl3pPr>
            <a:lvl4pPr marL="976312" indent="0">
              <a:buNone/>
              <a:defRPr sz="1600"/>
            </a:lvl4pPr>
            <a:lvl5pPr marL="1314450" indent="0">
              <a:buNone/>
              <a:defRPr sz="16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D8B0D8F-E258-44DF-0899-A537C3490F15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02186" y="2298700"/>
            <a:ext cx="0" cy="400050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11842E2-D7BE-65D5-63F4-9548CA8AE0C1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7315200" y="2298700"/>
            <a:ext cx="0" cy="400050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FD829-7BA5-3C6D-763D-59772F850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94210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With Subhead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>
            <a:extLst>
              <a:ext uri="{FF2B5EF4-FFF2-40B4-BE49-F238E27FC236}">
                <a16:creationId xmlns:a16="http://schemas.microsoft.com/office/drawing/2014/main" id="{3F7C280F-A550-5B4E-3602-72F37960F701}"/>
              </a:ext>
            </a:extLst>
          </p:cNvPr>
          <p:cNvSpPr/>
          <p:nvPr userDrawn="1"/>
        </p:nvSpPr>
        <p:spPr>
          <a:xfrm>
            <a:off x="0" y="1714500"/>
            <a:ext cx="14630400" cy="5516564"/>
          </a:xfrm>
          <a:custGeom>
            <a:avLst/>
            <a:gdLst/>
            <a:ahLst/>
            <a:cxnLst/>
            <a:rect l="l" t="t" r="r" b="b"/>
            <a:pathLst>
              <a:path w="4064000" h="5619115">
                <a:moveTo>
                  <a:pt x="0" y="5618975"/>
                </a:moveTo>
                <a:lnTo>
                  <a:pt x="4063898" y="5618975"/>
                </a:lnTo>
                <a:lnTo>
                  <a:pt x="4063898" y="0"/>
                </a:lnTo>
                <a:lnTo>
                  <a:pt x="0" y="0"/>
                </a:lnTo>
                <a:lnTo>
                  <a:pt x="0" y="5618975"/>
                </a:lnTo>
                <a:close/>
              </a:path>
            </a:pathLst>
          </a:custGeom>
          <a:solidFill>
            <a:srgbClr val="EEEE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03238" y="329565"/>
            <a:ext cx="13623925" cy="10163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19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886011" y="2298700"/>
            <a:ext cx="3771490" cy="762000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20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5425146" y="2298700"/>
            <a:ext cx="3771491" cy="762000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21" name="Content Placeholder 16"/>
          <p:cNvSpPr>
            <a:spLocks noGrp="1"/>
          </p:cNvSpPr>
          <p:nvPr>
            <p:ph sz="quarter" idx="17"/>
          </p:nvPr>
        </p:nvSpPr>
        <p:spPr>
          <a:xfrm>
            <a:off x="886011" y="3230815"/>
            <a:ext cx="3771490" cy="3068385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339725" indent="0">
              <a:buNone/>
              <a:defRPr sz="1600"/>
            </a:lvl2pPr>
            <a:lvl3pPr marL="688975" indent="0">
              <a:buNone/>
              <a:defRPr sz="1600"/>
            </a:lvl3pPr>
            <a:lvl4pPr marL="976312" indent="0">
              <a:buNone/>
              <a:defRPr sz="1600"/>
            </a:lvl4pPr>
            <a:lvl5pPr marL="1314450" indent="0">
              <a:buNone/>
              <a:defRPr sz="16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22" name="Content Placeholder 16"/>
          <p:cNvSpPr>
            <a:spLocks noGrp="1"/>
          </p:cNvSpPr>
          <p:nvPr>
            <p:ph sz="quarter" idx="18"/>
          </p:nvPr>
        </p:nvSpPr>
        <p:spPr>
          <a:xfrm>
            <a:off x="5425146" y="3230815"/>
            <a:ext cx="3771487" cy="3068385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339725" indent="0">
              <a:buNone/>
              <a:defRPr sz="1600"/>
            </a:lvl2pPr>
            <a:lvl3pPr marL="688975" indent="0">
              <a:buNone/>
              <a:defRPr sz="1600"/>
            </a:lvl3pPr>
            <a:lvl4pPr marL="976312" indent="0">
              <a:buNone/>
              <a:defRPr sz="1600"/>
            </a:lvl4pPr>
            <a:lvl5pPr marL="1314450" indent="0">
              <a:buNone/>
              <a:defRPr sz="16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D8B0D8F-E258-44DF-0899-A537C3490F15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02186" y="2298700"/>
            <a:ext cx="0" cy="400050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7BB201C-481A-0938-9DB5-D0C110A33E15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041323" y="2298700"/>
            <a:ext cx="0" cy="400050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5429DB8-28BE-3F8C-CCED-A9CFC8697C81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9585120" y="2298700"/>
            <a:ext cx="0" cy="400050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Text Placeholder 13">
            <a:extLst>
              <a:ext uri="{FF2B5EF4-FFF2-40B4-BE49-F238E27FC236}">
                <a16:creationId xmlns:a16="http://schemas.microsoft.com/office/drawing/2014/main" id="{7F7AAA09-1185-7F6B-0EB9-01E5747EB07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968942" y="2300767"/>
            <a:ext cx="3771491" cy="762000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11" name="Content Placeholder 16">
            <a:extLst>
              <a:ext uri="{FF2B5EF4-FFF2-40B4-BE49-F238E27FC236}">
                <a16:creationId xmlns:a16="http://schemas.microsoft.com/office/drawing/2014/main" id="{514F11C7-C221-F797-F5B3-84BD44C358BD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9968942" y="3230814"/>
            <a:ext cx="3771487" cy="3068385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339725" indent="0">
              <a:buNone/>
              <a:defRPr sz="1600"/>
            </a:lvl2pPr>
            <a:lvl3pPr marL="688975" indent="0">
              <a:buNone/>
              <a:defRPr sz="1600"/>
            </a:lvl3pPr>
            <a:lvl4pPr marL="976312" indent="0">
              <a:buNone/>
              <a:defRPr sz="1600"/>
            </a:lvl4pPr>
            <a:lvl5pPr marL="1314450" indent="0">
              <a:buNone/>
              <a:defRPr sz="16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0B3B5F0-7DA3-0644-2322-57C95423A7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83711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/headsh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16"/>
          <p:cNvSpPr>
            <a:spLocks noGrp="1"/>
          </p:cNvSpPr>
          <p:nvPr>
            <p:ph sz="quarter" idx="17"/>
          </p:nvPr>
        </p:nvSpPr>
        <p:spPr>
          <a:xfrm>
            <a:off x="5751516" y="2600325"/>
            <a:ext cx="8375616" cy="3113472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339725" indent="0">
              <a:lnSpc>
                <a:spcPct val="150000"/>
              </a:lnSpc>
              <a:buNone/>
              <a:defRPr sz="2000"/>
            </a:lvl2pPr>
            <a:lvl3pPr marL="688975" indent="0">
              <a:lnSpc>
                <a:spcPct val="150000"/>
              </a:lnSpc>
              <a:buNone/>
              <a:defRPr sz="2000"/>
            </a:lvl3pPr>
            <a:lvl4pPr marL="976312" indent="0">
              <a:lnSpc>
                <a:spcPct val="150000"/>
              </a:lnSpc>
              <a:buNone/>
              <a:defRPr sz="2000"/>
            </a:lvl4pPr>
            <a:lvl5pPr marL="1314450" indent="0">
              <a:lnSpc>
                <a:spcPct val="150000"/>
              </a:lnSpc>
              <a:buNone/>
              <a:defRPr sz="20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D8B0D8F-E258-44DF-0899-A537C3490F15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497514" y="1943100"/>
            <a:ext cx="0" cy="4874389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D9C47752-FC8E-7273-4E3D-C0E64C8D61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51515" y="5819685"/>
            <a:ext cx="4592639" cy="365011"/>
          </a:xfrm>
        </p:spPr>
        <p:txBody>
          <a:bodyPr anchor="b">
            <a:noAutofit/>
          </a:bodyPr>
          <a:lstStyle>
            <a:lvl1pPr marL="0" indent="0" algn="l">
              <a:buNone/>
              <a:defRPr sz="1600" b="1" i="0">
                <a:solidFill>
                  <a:schemeClr val="tx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28" name="Content Placeholder 16">
            <a:extLst>
              <a:ext uri="{FF2B5EF4-FFF2-40B4-BE49-F238E27FC236}">
                <a16:creationId xmlns:a16="http://schemas.microsoft.com/office/drawing/2014/main" id="{807962F9-1629-7C38-601F-666AEEED64CC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5751515" y="6158867"/>
            <a:ext cx="4592639" cy="747222"/>
          </a:xfr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600"/>
              </a:spcAft>
              <a:buNone/>
              <a:defRPr sz="1600"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339725" indent="0" algn="l">
              <a:spcBef>
                <a:spcPts val="0"/>
              </a:spcBef>
              <a:spcAft>
                <a:spcPts val="600"/>
              </a:spcAft>
              <a:buNone/>
              <a:defRPr sz="1600" b="0" i="0"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 marL="688975" indent="0" algn="l">
              <a:spcBef>
                <a:spcPts val="0"/>
              </a:spcBef>
              <a:spcAft>
                <a:spcPts val="600"/>
              </a:spcAft>
              <a:buNone/>
              <a:defRPr sz="1600" b="0" i="0"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 marL="976312" indent="0" algn="l">
              <a:spcBef>
                <a:spcPts val="0"/>
              </a:spcBef>
              <a:spcAft>
                <a:spcPts val="600"/>
              </a:spcAft>
              <a:buNone/>
              <a:defRPr sz="1600" b="0" i="0"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 marL="1314450" indent="0" algn="l">
              <a:spcBef>
                <a:spcPts val="0"/>
              </a:spcBef>
              <a:spcAft>
                <a:spcPts val="600"/>
              </a:spcAft>
              <a:buNone/>
              <a:defRPr sz="1600" b="0" i="0"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2216B4B-E4E8-23D5-7E23-FB5B3CAB89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97515" y="801451"/>
            <a:ext cx="8629618" cy="606582"/>
          </a:xfrm>
        </p:spPr>
        <p:txBody>
          <a:bodyPr>
            <a:noAutofit/>
          </a:bodyPr>
          <a:lstStyle>
            <a:lvl1pPr>
              <a:defRPr sz="3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D794A3B-B179-A62D-2C7D-5B5E0E5D6BB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3" y="0"/>
            <a:ext cx="4914901" cy="82296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pic>
        <p:nvPicPr>
          <p:cNvPr id="9" name="Picture 8" descr="A green and black half circle&#10;&#10;Description automatically generated">
            <a:extLst>
              <a:ext uri="{FF2B5EF4-FFF2-40B4-BE49-F238E27FC236}">
                <a16:creationId xmlns:a16="http://schemas.microsoft.com/office/drawing/2014/main" id="{039F9885-A89B-EB2E-F0EF-DA862080C5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1515" y="1943100"/>
            <a:ext cx="420678" cy="420678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DF60FBE-1FA4-1819-4C58-4B5855D891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10530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w/headsho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D94836B-C64F-B87F-049E-8D959535578D}"/>
              </a:ext>
            </a:extLst>
          </p:cNvPr>
          <p:cNvSpPr/>
          <p:nvPr userDrawn="1"/>
        </p:nvSpPr>
        <p:spPr>
          <a:xfrm>
            <a:off x="0" y="0"/>
            <a:ext cx="14630400" cy="7231064"/>
          </a:xfrm>
          <a:custGeom>
            <a:avLst/>
            <a:gdLst/>
            <a:ahLst/>
            <a:cxnLst/>
            <a:rect l="l" t="t" r="r" b="b"/>
            <a:pathLst>
              <a:path w="4064000" h="5619115">
                <a:moveTo>
                  <a:pt x="0" y="5618975"/>
                </a:moveTo>
                <a:lnTo>
                  <a:pt x="4063898" y="5618975"/>
                </a:lnTo>
                <a:lnTo>
                  <a:pt x="4063898" y="0"/>
                </a:lnTo>
                <a:lnTo>
                  <a:pt x="0" y="0"/>
                </a:lnTo>
                <a:lnTo>
                  <a:pt x="0" y="5618975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Content Placeholder 16"/>
          <p:cNvSpPr>
            <a:spLocks noGrp="1"/>
          </p:cNvSpPr>
          <p:nvPr>
            <p:ph sz="quarter" idx="17"/>
          </p:nvPr>
        </p:nvSpPr>
        <p:spPr>
          <a:xfrm>
            <a:off x="5441430" y="2074470"/>
            <a:ext cx="8604349" cy="4737885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2000">
                <a:solidFill>
                  <a:schemeClr val="bg1"/>
                </a:solidFill>
              </a:defRPr>
            </a:lvl1pPr>
            <a:lvl2pPr marL="339725" indent="0">
              <a:lnSpc>
                <a:spcPct val="150000"/>
              </a:lnSpc>
              <a:buNone/>
              <a:defRPr sz="2000">
                <a:solidFill>
                  <a:schemeClr val="bg1"/>
                </a:solidFill>
              </a:defRPr>
            </a:lvl2pPr>
            <a:lvl3pPr marL="688975" indent="0">
              <a:lnSpc>
                <a:spcPct val="150000"/>
              </a:lnSpc>
              <a:buNone/>
              <a:defRPr sz="2000">
                <a:solidFill>
                  <a:schemeClr val="bg1"/>
                </a:solidFill>
              </a:defRPr>
            </a:lvl3pPr>
            <a:lvl4pPr marL="976312" indent="0">
              <a:lnSpc>
                <a:spcPct val="150000"/>
              </a:lnSpc>
              <a:buNone/>
              <a:defRPr sz="2000">
                <a:solidFill>
                  <a:schemeClr val="bg1"/>
                </a:solidFill>
              </a:defRPr>
            </a:lvl4pPr>
            <a:lvl5pPr marL="1314450" indent="0">
              <a:lnSpc>
                <a:spcPct val="150000"/>
              </a:lnSpc>
              <a:buNone/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D8B0D8F-E258-44DF-0899-A537C3490F15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048559" y="891390"/>
            <a:ext cx="0" cy="5926099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D9C47752-FC8E-7273-4E3D-C0E64C8D61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0702" y="5699765"/>
            <a:ext cx="4014988" cy="365011"/>
          </a:xfrm>
        </p:spPr>
        <p:txBody>
          <a:bodyPr anchor="b">
            <a:noAutofit/>
          </a:bodyPr>
          <a:lstStyle>
            <a:lvl1pPr marL="0" indent="0" algn="l">
              <a:buNone/>
              <a:defRPr sz="1600" b="1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28" name="Content Placeholder 16">
            <a:extLst>
              <a:ext uri="{FF2B5EF4-FFF2-40B4-BE49-F238E27FC236}">
                <a16:creationId xmlns:a16="http://schemas.microsoft.com/office/drawing/2014/main" id="{807962F9-1629-7C38-601F-666AEEED64CC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40702" y="6038947"/>
            <a:ext cx="4014988" cy="778542"/>
          </a:xfr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600"/>
              </a:spcAft>
              <a:buNone/>
              <a:defRPr sz="1600"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339725" indent="0" algn="l">
              <a:spcBef>
                <a:spcPts val="0"/>
              </a:spcBef>
              <a:spcAft>
                <a:spcPts val="600"/>
              </a:spcAft>
              <a:buNone/>
              <a:defRPr sz="1600"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 marL="688975" indent="0" algn="l">
              <a:spcBef>
                <a:spcPts val="0"/>
              </a:spcBef>
              <a:spcAft>
                <a:spcPts val="600"/>
              </a:spcAft>
              <a:buNone/>
              <a:defRPr sz="1600"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 marL="976312" indent="0" algn="l">
              <a:spcBef>
                <a:spcPts val="0"/>
              </a:spcBef>
              <a:spcAft>
                <a:spcPts val="600"/>
              </a:spcAft>
              <a:buNone/>
              <a:defRPr sz="1600"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 marL="1314450" indent="0" algn="l">
              <a:spcBef>
                <a:spcPts val="0"/>
              </a:spcBef>
              <a:spcAft>
                <a:spcPts val="600"/>
              </a:spcAft>
              <a:buNone/>
              <a:defRPr sz="1600"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2216B4B-E4E8-23D5-7E23-FB5B3CAB89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700" y="1417244"/>
            <a:ext cx="4014983" cy="2809981"/>
          </a:xfrm>
        </p:spPr>
        <p:txBody>
          <a:bodyPr anchor="t">
            <a:noAutofit/>
          </a:bodyPr>
          <a:lstStyle>
            <a:lvl1pPr>
              <a:defRPr sz="32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Slide Title</a:t>
            </a:r>
          </a:p>
        </p:txBody>
      </p:sp>
      <p:pic>
        <p:nvPicPr>
          <p:cNvPr id="9" name="Picture 8" descr="A green and black half circle&#10;&#10;Description automatically generated">
            <a:extLst>
              <a:ext uri="{FF2B5EF4-FFF2-40B4-BE49-F238E27FC236}">
                <a16:creationId xmlns:a16="http://schemas.microsoft.com/office/drawing/2014/main" id="{039F9885-A89B-EB2E-F0EF-DA862080C5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1430" y="1417245"/>
            <a:ext cx="420678" cy="420678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B900EC3-FE66-C186-77D4-CB898A392C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3926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lIns="91440">
            <a:noAutofit/>
          </a:bodyPr>
          <a:lstStyle>
            <a:lvl1pPr>
              <a:defRPr sz="3000"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899A62D2-4FA2-5638-ADF6-566B9B8B0B31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03238" y="1863523"/>
            <a:ext cx="13623924" cy="523175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hu-HU"/>
              <a:t>Táblázat beszúrásához kattintson az ikonra</a:t>
            </a:r>
            <a:endParaRPr lang="en-US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3440C264-907A-2A22-91CB-67E7EF96F1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03370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shot Featur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>
            <a:extLst>
              <a:ext uri="{FF2B5EF4-FFF2-40B4-BE49-F238E27FC236}">
                <a16:creationId xmlns:a16="http://schemas.microsoft.com/office/drawing/2014/main" id="{3F7C280F-A550-5B4E-3602-72F37960F701}"/>
              </a:ext>
            </a:extLst>
          </p:cNvPr>
          <p:cNvSpPr/>
          <p:nvPr userDrawn="1"/>
        </p:nvSpPr>
        <p:spPr>
          <a:xfrm>
            <a:off x="0" y="1714500"/>
            <a:ext cx="14630400" cy="5516564"/>
          </a:xfrm>
          <a:custGeom>
            <a:avLst/>
            <a:gdLst/>
            <a:ahLst/>
            <a:cxnLst/>
            <a:rect l="l" t="t" r="r" b="b"/>
            <a:pathLst>
              <a:path w="4064000" h="5619115">
                <a:moveTo>
                  <a:pt x="0" y="5618975"/>
                </a:moveTo>
                <a:lnTo>
                  <a:pt x="4063898" y="5618975"/>
                </a:lnTo>
                <a:lnTo>
                  <a:pt x="4063898" y="0"/>
                </a:lnTo>
                <a:lnTo>
                  <a:pt x="0" y="0"/>
                </a:lnTo>
                <a:lnTo>
                  <a:pt x="0" y="5618975"/>
                </a:lnTo>
                <a:close/>
              </a:path>
            </a:pathLst>
          </a:custGeom>
          <a:solidFill>
            <a:srgbClr val="EEEE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03238" y="329565"/>
            <a:ext cx="13623925" cy="10163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19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2500486" y="2340350"/>
            <a:ext cx="11626676" cy="503523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21" name="Content Placeholder 16"/>
          <p:cNvSpPr>
            <a:spLocks noGrp="1"/>
          </p:cNvSpPr>
          <p:nvPr>
            <p:ph sz="quarter" idx="17" hasCustomPrompt="1"/>
          </p:nvPr>
        </p:nvSpPr>
        <p:spPr>
          <a:xfrm>
            <a:off x="2500486" y="2886393"/>
            <a:ext cx="11626676" cy="136663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600"/>
            </a:lvl1pPr>
            <a:lvl2pPr marL="339725" indent="0">
              <a:buNone/>
              <a:defRPr sz="1600"/>
            </a:lvl2pPr>
            <a:lvl3pPr marL="688975" indent="0">
              <a:buNone/>
              <a:defRPr sz="1600"/>
            </a:lvl3pPr>
            <a:lvl4pPr marL="976312" indent="0">
              <a:buNone/>
              <a:defRPr sz="1600"/>
            </a:lvl4pPr>
            <a:lvl5pPr marL="1314450" indent="0">
              <a:buNone/>
              <a:defRPr sz="1600"/>
            </a:lvl5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90BE259-1380-7F27-3E64-533E1C56F5F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03238" y="2432749"/>
            <a:ext cx="1684314" cy="168205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6340FD9B-AE60-3404-C819-CD753CD6CA2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00486" y="4596722"/>
            <a:ext cx="11626676" cy="503523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76DBD51D-CD95-46A6-B925-503D5128623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2500486" y="5142765"/>
            <a:ext cx="11626676" cy="136663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600"/>
            </a:lvl1pPr>
            <a:lvl2pPr marL="339725" indent="0">
              <a:buNone/>
              <a:defRPr sz="1600"/>
            </a:lvl2pPr>
            <a:lvl3pPr marL="688975" indent="0">
              <a:buNone/>
              <a:defRPr sz="1600"/>
            </a:lvl3pPr>
            <a:lvl4pPr marL="976312" indent="0">
              <a:buNone/>
              <a:defRPr sz="1600"/>
            </a:lvl4pPr>
            <a:lvl5pPr marL="1314450" indent="0">
              <a:buNone/>
              <a:defRPr sz="1600"/>
            </a:lvl5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18" name="Picture Placeholder 6">
            <a:extLst>
              <a:ext uri="{FF2B5EF4-FFF2-40B4-BE49-F238E27FC236}">
                <a16:creationId xmlns:a16="http://schemas.microsoft.com/office/drawing/2014/main" id="{B4D58A6A-B651-A158-704E-ED16D440AEC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03238" y="4689121"/>
            <a:ext cx="1684314" cy="168205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B2B1C0E-D76E-924F-D78D-DA11B6B654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1424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03238" y="616687"/>
            <a:ext cx="4302678" cy="729227"/>
          </a:xfrm>
        </p:spPr>
        <p:txBody>
          <a:bodyPr lIns="91440">
            <a:noAutofit/>
          </a:bodyPr>
          <a:lstStyle>
            <a:lvl1pPr>
              <a:defRPr sz="3000"/>
            </a:lvl1pPr>
          </a:lstStyle>
          <a:p>
            <a:r>
              <a:rPr lang="en-US"/>
              <a:t>Click To Edit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03237" y="1597026"/>
            <a:ext cx="3060250" cy="1348193"/>
          </a:xfrm>
        </p:spPr>
        <p:txBody>
          <a:bodyPr>
            <a:noAutofit/>
          </a:bodyPr>
          <a:lstStyle>
            <a:lvl1pPr marL="0" indent="0">
              <a:buNone/>
              <a:defRPr sz="2800"/>
            </a:lvl1pPr>
            <a:lvl2pPr marL="339725" indent="0">
              <a:buNone/>
              <a:defRPr sz="2800"/>
            </a:lvl2pPr>
            <a:lvl3pPr marL="688975" indent="0">
              <a:buNone/>
              <a:defRPr sz="2800"/>
            </a:lvl3pPr>
            <a:lvl4pPr marL="976312" indent="0">
              <a:buNone/>
              <a:defRPr sz="2800"/>
            </a:lvl4pPr>
            <a:lvl5pPr marL="1314450" indent="0">
              <a:buNone/>
              <a:defRPr sz="2800"/>
            </a:lvl5pPr>
          </a:lstStyle>
          <a:p>
            <a:pPr lvl="0"/>
            <a:r>
              <a:rPr lang="en-US"/>
              <a:t>Click to edit subtitle text</a:t>
            </a:r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0F6CA80A-BA8C-B7F2-8C4E-F84D62670B2D}"/>
              </a:ext>
            </a:extLst>
          </p:cNvPr>
          <p:cNvSpPr>
            <a:spLocks noGrp="1"/>
          </p:cNvSpPr>
          <p:nvPr userDrawn="1">
            <p:ph type="pic" sz="quarter" idx="20"/>
          </p:nvPr>
        </p:nvSpPr>
        <p:spPr>
          <a:xfrm>
            <a:off x="503233" y="5760719"/>
            <a:ext cx="1125809" cy="1124296"/>
          </a:xfrm>
          <a:solidFill>
            <a:schemeClr val="bg1">
              <a:lumMod val="8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0DC35C0-C611-78A7-EFF1-0330D38B6D9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720853" y="5917437"/>
            <a:ext cx="1842633" cy="377372"/>
          </a:xfrm>
        </p:spPr>
        <p:txBody>
          <a:bodyPr>
            <a:noAutofit/>
          </a:bodyPr>
          <a:lstStyle>
            <a:lvl1pPr marL="0" indent="0">
              <a:buNone/>
              <a:defRPr sz="15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Name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EF97933E-A769-4EC3-221C-BD006D40E1B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20853" y="6222238"/>
            <a:ext cx="1842633" cy="587829"/>
          </a:xfrm>
        </p:spPr>
        <p:txBody>
          <a:bodyPr>
            <a:noAutofit/>
          </a:bodyPr>
          <a:lstStyle>
            <a:lvl1pPr marL="0" indent="0">
              <a:buNone/>
              <a:defRPr sz="1300"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16" name="Picture Placeholder 6">
            <a:extLst>
              <a:ext uri="{FF2B5EF4-FFF2-40B4-BE49-F238E27FC236}">
                <a16:creationId xmlns:a16="http://schemas.microsoft.com/office/drawing/2014/main" id="{79D9B7D2-2E2B-3273-95B3-EF18CB903DC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984049" y="5760719"/>
            <a:ext cx="1125809" cy="1124296"/>
          </a:xfrm>
          <a:solidFill>
            <a:schemeClr val="bg1">
              <a:lumMod val="8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D210B44B-5432-4C48-2886-68C6391780E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1669" y="5917437"/>
            <a:ext cx="1842633" cy="377372"/>
          </a:xfrm>
        </p:spPr>
        <p:txBody>
          <a:bodyPr>
            <a:noAutofit/>
          </a:bodyPr>
          <a:lstStyle>
            <a:lvl1pPr marL="0" indent="0">
              <a:buNone/>
              <a:defRPr sz="15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Name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FFAAB62C-3F7A-FE76-23EB-98DB2C24AA3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201669" y="6222238"/>
            <a:ext cx="1842633" cy="587829"/>
          </a:xfrm>
        </p:spPr>
        <p:txBody>
          <a:bodyPr>
            <a:noAutofit/>
          </a:bodyPr>
          <a:lstStyle>
            <a:lvl1pPr marL="0" indent="0">
              <a:buNone/>
              <a:defRPr sz="1300"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20" name="Picture Placeholder 6">
            <a:extLst>
              <a:ext uri="{FF2B5EF4-FFF2-40B4-BE49-F238E27FC236}">
                <a16:creationId xmlns:a16="http://schemas.microsoft.com/office/drawing/2014/main" id="{91540D4C-2F55-AF9F-EB75-B005081C1B2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7459079" y="5760719"/>
            <a:ext cx="1125809" cy="1124296"/>
          </a:xfrm>
          <a:solidFill>
            <a:schemeClr val="bg1">
              <a:lumMod val="8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4F6C9556-BFE5-B01F-9587-486E3743580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676699" y="5917437"/>
            <a:ext cx="1842633" cy="377372"/>
          </a:xfrm>
        </p:spPr>
        <p:txBody>
          <a:bodyPr>
            <a:noAutofit/>
          </a:bodyPr>
          <a:lstStyle>
            <a:lvl1pPr marL="0" indent="0">
              <a:buNone/>
              <a:defRPr sz="15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Name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2ED38802-657F-81C9-048E-05CB3E058EF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676699" y="6222238"/>
            <a:ext cx="1842633" cy="587829"/>
          </a:xfrm>
        </p:spPr>
        <p:txBody>
          <a:bodyPr>
            <a:noAutofit/>
          </a:bodyPr>
          <a:lstStyle>
            <a:lvl1pPr marL="0" indent="0">
              <a:buNone/>
              <a:defRPr sz="1300"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24" name="Picture Placeholder 6">
            <a:extLst>
              <a:ext uri="{FF2B5EF4-FFF2-40B4-BE49-F238E27FC236}">
                <a16:creationId xmlns:a16="http://schemas.microsoft.com/office/drawing/2014/main" id="{F6E8F21C-F64B-5865-6BCD-F80121E8E88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934109" y="5760719"/>
            <a:ext cx="1125809" cy="1124296"/>
          </a:xfrm>
          <a:solidFill>
            <a:schemeClr val="bg1">
              <a:lumMod val="8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535D82FB-2E4E-4B62-8878-B6A81F0D91C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2151729" y="5917437"/>
            <a:ext cx="1842633" cy="377372"/>
          </a:xfrm>
        </p:spPr>
        <p:txBody>
          <a:bodyPr>
            <a:noAutofit/>
          </a:bodyPr>
          <a:lstStyle>
            <a:lvl1pPr marL="0" indent="0">
              <a:buNone/>
              <a:defRPr sz="15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Name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79396F1E-0D7A-C6CC-EFE8-C181FDAFC3F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151729" y="6222238"/>
            <a:ext cx="1842633" cy="587829"/>
          </a:xfrm>
        </p:spPr>
        <p:txBody>
          <a:bodyPr>
            <a:noAutofit/>
          </a:bodyPr>
          <a:lstStyle>
            <a:lvl1pPr marL="0" indent="0">
              <a:buNone/>
              <a:defRPr sz="1300"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28" name="Picture Placeholder 6">
            <a:extLst>
              <a:ext uri="{FF2B5EF4-FFF2-40B4-BE49-F238E27FC236}">
                <a16:creationId xmlns:a16="http://schemas.microsoft.com/office/drawing/2014/main" id="{94521486-C084-761E-652A-41F8EDD95CD2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03233" y="4161414"/>
            <a:ext cx="1125809" cy="1124296"/>
          </a:xfrm>
          <a:solidFill>
            <a:schemeClr val="bg1">
              <a:lumMod val="8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8DC7B0C1-3855-86C2-0A18-D670191A839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720853" y="4318132"/>
            <a:ext cx="1842633" cy="377372"/>
          </a:xfrm>
        </p:spPr>
        <p:txBody>
          <a:bodyPr>
            <a:noAutofit/>
          </a:bodyPr>
          <a:lstStyle>
            <a:lvl1pPr marL="0" indent="0">
              <a:buNone/>
              <a:defRPr sz="15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Name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8955BC9D-F392-B268-B8FA-CC8EA43E773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720853" y="4622933"/>
            <a:ext cx="1842633" cy="587829"/>
          </a:xfrm>
        </p:spPr>
        <p:txBody>
          <a:bodyPr>
            <a:noAutofit/>
          </a:bodyPr>
          <a:lstStyle>
            <a:lvl1pPr marL="0" indent="0">
              <a:buNone/>
              <a:defRPr sz="1300"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32" name="Picture Placeholder 6">
            <a:extLst>
              <a:ext uri="{FF2B5EF4-FFF2-40B4-BE49-F238E27FC236}">
                <a16:creationId xmlns:a16="http://schemas.microsoft.com/office/drawing/2014/main" id="{BD558958-69BB-A734-6ACB-32F309A77CFF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3984049" y="4161414"/>
            <a:ext cx="1125809" cy="1124296"/>
          </a:xfrm>
          <a:solidFill>
            <a:schemeClr val="bg1">
              <a:lumMod val="8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F0B6883B-4B23-05B7-1A9A-829255DBC0D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201669" y="4318132"/>
            <a:ext cx="1842633" cy="377372"/>
          </a:xfrm>
        </p:spPr>
        <p:txBody>
          <a:bodyPr>
            <a:noAutofit/>
          </a:bodyPr>
          <a:lstStyle>
            <a:lvl1pPr marL="0" indent="0">
              <a:buNone/>
              <a:defRPr sz="15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Name</a:t>
            </a:r>
          </a:p>
        </p:txBody>
      </p:sp>
      <p:sp>
        <p:nvSpPr>
          <p:cNvPr id="34" name="Text Placeholder 10">
            <a:extLst>
              <a:ext uri="{FF2B5EF4-FFF2-40B4-BE49-F238E27FC236}">
                <a16:creationId xmlns:a16="http://schemas.microsoft.com/office/drawing/2014/main" id="{882FBF47-1EC2-57D6-A2F5-3CB615404C5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201669" y="4622933"/>
            <a:ext cx="1842633" cy="587829"/>
          </a:xfrm>
        </p:spPr>
        <p:txBody>
          <a:bodyPr>
            <a:noAutofit/>
          </a:bodyPr>
          <a:lstStyle>
            <a:lvl1pPr marL="0" indent="0">
              <a:buNone/>
              <a:defRPr sz="1300"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36" name="Picture Placeholder 6">
            <a:extLst>
              <a:ext uri="{FF2B5EF4-FFF2-40B4-BE49-F238E27FC236}">
                <a16:creationId xmlns:a16="http://schemas.microsoft.com/office/drawing/2014/main" id="{B4F1ECC7-0294-0893-F7B6-4B719C20DB3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7459079" y="4161414"/>
            <a:ext cx="1125809" cy="1124296"/>
          </a:xfrm>
          <a:solidFill>
            <a:schemeClr val="bg1">
              <a:lumMod val="8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CFE4742C-62A6-3943-3AB9-E1473AAB7BA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676699" y="4318132"/>
            <a:ext cx="1842633" cy="377372"/>
          </a:xfrm>
        </p:spPr>
        <p:txBody>
          <a:bodyPr>
            <a:noAutofit/>
          </a:bodyPr>
          <a:lstStyle>
            <a:lvl1pPr marL="0" indent="0">
              <a:buNone/>
              <a:defRPr sz="15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Name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1018C43F-F5F3-65A1-AD09-625021BFECD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676699" y="4622933"/>
            <a:ext cx="1842633" cy="587829"/>
          </a:xfrm>
        </p:spPr>
        <p:txBody>
          <a:bodyPr>
            <a:noAutofit/>
          </a:bodyPr>
          <a:lstStyle>
            <a:lvl1pPr marL="0" indent="0">
              <a:buNone/>
              <a:defRPr sz="1300"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40" name="Picture Placeholder 6">
            <a:extLst>
              <a:ext uri="{FF2B5EF4-FFF2-40B4-BE49-F238E27FC236}">
                <a16:creationId xmlns:a16="http://schemas.microsoft.com/office/drawing/2014/main" id="{DCFA9079-BB94-319C-A413-6D8E15EEAD2E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10934109" y="4161414"/>
            <a:ext cx="1125809" cy="1124296"/>
          </a:xfrm>
          <a:solidFill>
            <a:schemeClr val="bg1">
              <a:lumMod val="8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94925F85-A2AA-F720-3745-59937409054F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2151729" y="4318132"/>
            <a:ext cx="1842633" cy="377372"/>
          </a:xfrm>
        </p:spPr>
        <p:txBody>
          <a:bodyPr>
            <a:noAutofit/>
          </a:bodyPr>
          <a:lstStyle>
            <a:lvl1pPr marL="0" indent="0">
              <a:buNone/>
              <a:defRPr sz="15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Name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BA19A9E8-6749-F611-3A66-EF24A8AA008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2151729" y="4622933"/>
            <a:ext cx="1842633" cy="587829"/>
          </a:xfrm>
        </p:spPr>
        <p:txBody>
          <a:bodyPr>
            <a:noAutofit/>
          </a:bodyPr>
          <a:lstStyle>
            <a:lvl1pPr marL="0" indent="0">
              <a:buNone/>
              <a:defRPr sz="1300"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44" name="Picture Placeholder 6">
            <a:extLst>
              <a:ext uri="{FF2B5EF4-FFF2-40B4-BE49-F238E27FC236}">
                <a16:creationId xmlns:a16="http://schemas.microsoft.com/office/drawing/2014/main" id="{4F4355E3-EC8E-5C40-BF7E-21130271D4CF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3984049" y="2567104"/>
            <a:ext cx="1125809" cy="1124296"/>
          </a:xfrm>
          <a:solidFill>
            <a:schemeClr val="bg1">
              <a:lumMod val="8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45" name="Text Placeholder 10">
            <a:extLst>
              <a:ext uri="{FF2B5EF4-FFF2-40B4-BE49-F238E27FC236}">
                <a16:creationId xmlns:a16="http://schemas.microsoft.com/office/drawing/2014/main" id="{B899B7C8-075B-A7DA-BC67-2BE408DFE9DC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201669" y="2723822"/>
            <a:ext cx="1842633" cy="377372"/>
          </a:xfrm>
        </p:spPr>
        <p:txBody>
          <a:bodyPr>
            <a:noAutofit/>
          </a:bodyPr>
          <a:lstStyle>
            <a:lvl1pPr marL="0" indent="0">
              <a:buNone/>
              <a:defRPr sz="15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Name</a:t>
            </a:r>
          </a:p>
        </p:txBody>
      </p:sp>
      <p:sp>
        <p:nvSpPr>
          <p:cNvPr id="46" name="Text Placeholder 10">
            <a:extLst>
              <a:ext uri="{FF2B5EF4-FFF2-40B4-BE49-F238E27FC236}">
                <a16:creationId xmlns:a16="http://schemas.microsoft.com/office/drawing/2014/main" id="{64237FA6-A072-9159-A24D-79BBBDF4E06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201669" y="3028623"/>
            <a:ext cx="1842633" cy="587829"/>
          </a:xfrm>
        </p:spPr>
        <p:txBody>
          <a:bodyPr>
            <a:noAutofit/>
          </a:bodyPr>
          <a:lstStyle>
            <a:lvl1pPr marL="0" indent="0">
              <a:buNone/>
              <a:defRPr sz="1300"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48" name="Picture Placeholder 6">
            <a:extLst>
              <a:ext uri="{FF2B5EF4-FFF2-40B4-BE49-F238E27FC236}">
                <a16:creationId xmlns:a16="http://schemas.microsoft.com/office/drawing/2014/main" id="{BABB45AB-EF52-4504-652B-34551886BBAF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459079" y="2567104"/>
            <a:ext cx="1125809" cy="1124296"/>
          </a:xfrm>
          <a:solidFill>
            <a:schemeClr val="bg1">
              <a:lumMod val="8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739A6FDB-63BA-5D83-CAF0-EAB994855796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676699" y="2723822"/>
            <a:ext cx="1842633" cy="377372"/>
          </a:xfrm>
        </p:spPr>
        <p:txBody>
          <a:bodyPr>
            <a:noAutofit/>
          </a:bodyPr>
          <a:lstStyle>
            <a:lvl1pPr marL="0" indent="0">
              <a:buNone/>
              <a:defRPr sz="15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Name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3CC40181-25B6-D371-6EDE-263324525C5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676699" y="3028623"/>
            <a:ext cx="1842633" cy="587829"/>
          </a:xfrm>
        </p:spPr>
        <p:txBody>
          <a:bodyPr>
            <a:noAutofit/>
          </a:bodyPr>
          <a:lstStyle>
            <a:lvl1pPr marL="0" indent="0">
              <a:buNone/>
              <a:defRPr sz="1300"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52" name="Picture Placeholder 6">
            <a:extLst>
              <a:ext uri="{FF2B5EF4-FFF2-40B4-BE49-F238E27FC236}">
                <a16:creationId xmlns:a16="http://schemas.microsoft.com/office/drawing/2014/main" id="{AECC4A25-8EE4-5F71-7039-B9D6B4729098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5660759" y="919031"/>
            <a:ext cx="1125809" cy="1124296"/>
          </a:xfrm>
          <a:solidFill>
            <a:schemeClr val="bg1">
              <a:lumMod val="8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53" name="Text Placeholder 10">
            <a:extLst>
              <a:ext uri="{FF2B5EF4-FFF2-40B4-BE49-F238E27FC236}">
                <a16:creationId xmlns:a16="http://schemas.microsoft.com/office/drawing/2014/main" id="{D886AF52-6F03-B5B1-ABE1-123DB0094CF7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878379" y="1075749"/>
            <a:ext cx="1842633" cy="377372"/>
          </a:xfrm>
        </p:spPr>
        <p:txBody>
          <a:bodyPr>
            <a:noAutofit/>
          </a:bodyPr>
          <a:lstStyle>
            <a:lvl1pPr marL="0" indent="0">
              <a:buNone/>
              <a:defRPr sz="15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Name</a:t>
            </a:r>
          </a:p>
        </p:txBody>
      </p:sp>
      <p:sp>
        <p:nvSpPr>
          <p:cNvPr id="54" name="Text Placeholder 10">
            <a:extLst>
              <a:ext uri="{FF2B5EF4-FFF2-40B4-BE49-F238E27FC236}">
                <a16:creationId xmlns:a16="http://schemas.microsoft.com/office/drawing/2014/main" id="{63C473C1-8B3A-5C7A-E473-B0F5F267A5D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878379" y="1380550"/>
            <a:ext cx="1842633" cy="587829"/>
          </a:xfrm>
        </p:spPr>
        <p:txBody>
          <a:bodyPr>
            <a:noAutofit/>
          </a:bodyPr>
          <a:lstStyle>
            <a:lvl1pPr marL="0" indent="0">
              <a:buNone/>
              <a:defRPr sz="1300"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B0155BC-BDA8-C818-E00A-BE1E32EAF0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13513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>
            <a:extLst>
              <a:ext uri="{FF2B5EF4-FFF2-40B4-BE49-F238E27FC236}">
                <a16:creationId xmlns:a16="http://schemas.microsoft.com/office/drawing/2014/main" id="{89C5C778-F4C0-C7CF-C813-C9C3A87D8E4E}"/>
              </a:ext>
            </a:extLst>
          </p:cNvPr>
          <p:cNvSpPr/>
          <p:nvPr userDrawn="1"/>
        </p:nvSpPr>
        <p:spPr>
          <a:xfrm>
            <a:off x="0" y="1714500"/>
            <a:ext cx="14630400" cy="5516564"/>
          </a:xfrm>
          <a:custGeom>
            <a:avLst/>
            <a:gdLst/>
            <a:ahLst/>
            <a:cxnLst/>
            <a:rect l="l" t="t" r="r" b="b"/>
            <a:pathLst>
              <a:path w="4064000" h="5619115">
                <a:moveTo>
                  <a:pt x="0" y="5618975"/>
                </a:moveTo>
                <a:lnTo>
                  <a:pt x="4063898" y="5618975"/>
                </a:lnTo>
                <a:lnTo>
                  <a:pt x="4063898" y="0"/>
                </a:lnTo>
                <a:lnTo>
                  <a:pt x="0" y="0"/>
                </a:lnTo>
                <a:lnTo>
                  <a:pt x="0" y="5618975"/>
                </a:lnTo>
                <a:close/>
              </a:path>
            </a:pathLst>
          </a:custGeom>
          <a:solidFill>
            <a:srgbClr val="EEEE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3EEB7A42-5110-13AD-1E86-1C14D8EA0C4A}"/>
              </a:ext>
            </a:extLst>
          </p:cNvPr>
          <p:cNvSpPr/>
          <p:nvPr userDrawn="1"/>
        </p:nvSpPr>
        <p:spPr>
          <a:xfrm>
            <a:off x="9706770" y="1714500"/>
            <a:ext cx="4923630" cy="5516564"/>
          </a:xfrm>
          <a:custGeom>
            <a:avLst/>
            <a:gdLst/>
            <a:ahLst/>
            <a:cxnLst/>
            <a:rect l="l" t="t" r="r" b="b"/>
            <a:pathLst>
              <a:path w="4064000" h="5619115">
                <a:moveTo>
                  <a:pt x="0" y="5618975"/>
                </a:moveTo>
                <a:lnTo>
                  <a:pt x="4063898" y="5618975"/>
                </a:lnTo>
                <a:lnTo>
                  <a:pt x="4063898" y="0"/>
                </a:lnTo>
                <a:lnTo>
                  <a:pt x="0" y="0"/>
                </a:lnTo>
                <a:lnTo>
                  <a:pt x="0" y="5618975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03237" y="329565"/>
            <a:ext cx="13623925" cy="10163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Slide Titles Should Use Initial Caps </a:t>
            </a:r>
          </a:p>
        </p:txBody>
      </p:sp>
      <p:sp>
        <p:nvSpPr>
          <p:cNvPr id="5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03237" y="1872517"/>
            <a:ext cx="8713913" cy="762000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hart Placeholder 6"/>
          <p:cNvSpPr>
            <a:spLocks noGrp="1"/>
          </p:cNvSpPr>
          <p:nvPr>
            <p:ph type="chart" sz="quarter" idx="16"/>
          </p:nvPr>
        </p:nvSpPr>
        <p:spPr>
          <a:xfrm>
            <a:off x="503238" y="3045239"/>
            <a:ext cx="8713913" cy="3831050"/>
          </a:xfrm>
        </p:spPr>
        <p:txBody>
          <a:bodyPr/>
          <a:lstStyle>
            <a:lvl1pPr>
              <a:defRPr/>
            </a:lvl1pPr>
          </a:lstStyle>
          <a:p>
            <a:r>
              <a:rPr lang="hu-HU"/>
              <a:t>Diagram beszúrásához kattintson az ikonra</a:t>
            </a:r>
            <a:endParaRPr lang="en-US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1BB87E08-F5B2-1C85-04B0-1A4D63D6F72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968942" y="1994359"/>
            <a:ext cx="4158220" cy="762000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8" name="Content Placeholder 16">
            <a:extLst>
              <a:ext uri="{FF2B5EF4-FFF2-40B4-BE49-F238E27FC236}">
                <a16:creationId xmlns:a16="http://schemas.microsoft.com/office/drawing/2014/main" id="{DFCB2DF8-8D4A-D112-A1F9-55A56C739C93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9968942" y="3045239"/>
            <a:ext cx="4158220" cy="3831050"/>
          </a:xfrm>
        </p:spPr>
        <p:txBody>
          <a:bodyPr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D8C89FE-E5DA-B993-1428-B78D5CC400E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9968942" y="2900583"/>
            <a:ext cx="4158220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F135AD9-D450-D550-8CBA-5F0400B4E9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712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ou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>
            <a:extLst>
              <a:ext uri="{FF2B5EF4-FFF2-40B4-BE49-F238E27FC236}">
                <a16:creationId xmlns:a16="http://schemas.microsoft.com/office/drawing/2014/main" id="{89C5C778-F4C0-C7CF-C813-C9C3A87D8E4E}"/>
              </a:ext>
            </a:extLst>
          </p:cNvPr>
          <p:cNvSpPr/>
          <p:nvPr userDrawn="1"/>
        </p:nvSpPr>
        <p:spPr>
          <a:xfrm>
            <a:off x="0" y="1714500"/>
            <a:ext cx="14630400" cy="5516564"/>
          </a:xfrm>
          <a:custGeom>
            <a:avLst/>
            <a:gdLst/>
            <a:ahLst/>
            <a:cxnLst/>
            <a:rect l="l" t="t" r="r" b="b"/>
            <a:pathLst>
              <a:path w="4064000" h="5619115">
                <a:moveTo>
                  <a:pt x="0" y="5618975"/>
                </a:moveTo>
                <a:lnTo>
                  <a:pt x="4063898" y="5618975"/>
                </a:lnTo>
                <a:lnTo>
                  <a:pt x="4063898" y="0"/>
                </a:lnTo>
                <a:lnTo>
                  <a:pt x="0" y="0"/>
                </a:lnTo>
                <a:lnTo>
                  <a:pt x="0" y="5618975"/>
                </a:lnTo>
                <a:close/>
              </a:path>
            </a:pathLst>
          </a:custGeom>
          <a:solidFill>
            <a:srgbClr val="EEEE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03237" y="329565"/>
            <a:ext cx="13623925" cy="10163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Slide Titles Should Use Initial Caps </a:t>
            </a:r>
          </a:p>
        </p:txBody>
      </p:sp>
      <p:sp>
        <p:nvSpPr>
          <p:cNvPr id="5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03237" y="1872517"/>
            <a:ext cx="13623925" cy="762000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hart Placeholder 6"/>
          <p:cNvSpPr>
            <a:spLocks noGrp="1"/>
          </p:cNvSpPr>
          <p:nvPr>
            <p:ph type="chart" sz="quarter" idx="16"/>
          </p:nvPr>
        </p:nvSpPr>
        <p:spPr>
          <a:xfrm>
            <a:off x="503238" y="3045239"/>
            <a:ext cx="13623924" cy="3831050"/>
          </a:xfrm>
        </p:spPr>
        <p:txBody>
          <a:bodyPr/>
          <a:lstStyle>
            <a:lvl1pPr>
              <a:defRPr/>
            </a:lvl1pPr>
          </a:lstStyle>
          <a:p>
            <a:r>
              <a:rPr lang="hu-HU"/>
              <a:t>Diagram beszúrásához kattintson az ikonra</a:t>
            </a: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651C850-897C-E949-B6AA-E058B3A7F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52470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B9B7C343-9278-D462-40D5-EBDFE3A21F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02955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LAYOUT OF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A1B9540-768B-ACCF-01EE-CF2685BD13DD}"/>
              </a:ext>
            </a:extLst>
          </p:cNvPr>
          <p:cNvSpPr/>
          <p:nvPr userDrawn="1"/>
        </p:nvSpPr>
        <p:spPr bwMode="auto">
          <a:xfrm>
            <a:off x="0" y="0"/>
            <a:ext cx="14630400" cy="7434470"/>
          </a:xfrm>
          <a:prstGeom prst="rect">
            <a:avLst/>
          </a:prstGeom>
          <a:solidFill>
            <a:srgbClr val="C00000"/>
          </a:solidFill>
          <a:ln w="9525">
            <a:noFill/>
            <a:round/>
            <a:headEnd/>
            <a:tailEnd/>
          </a:ln>
          <a:effectLst/>
        </p:spPr>
        <p:txBody>
          <a:bodyPr wrap="square"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1">
              <a:solidFill>
                <a:srgbClr val="FFFFFF"/>
              </a:solidFill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541176" y="1081750"/>
            <a:ext cx="13548048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en-US" sz="7200">
                <a:solidFill>
                  <a:schemeClr val="bg1"/>
                </a:solidFill>
                <a:latin typeface="+mj-lt"/>
                <a:ea typeface="Noto Sans" panose="020B0502040504020204" pitchFamily="34" charset="0"/>
                <a:cs typeface="Arial" panose="020B0604020202020204" pitchFamily="34" charset="0"/>
              </a:rPr>
              <a:t>Last</a:t>
            </a:r>
            <a:r>
              <a:rPr lang="en-US" sz="7200" baseline="0">
                <a:solidFill>
                  <a:schemeClr val="bg1"/>
                </a:solidFill>
                <a:latin typeface="+mj-lt"/>
                <a:ea typeface="Noto Sans" panose="020B0502040504020204" pitchFamily="34" charset="0"/>
                <a:cs typeface="Arial" panose="020B0604020202020204" pitchFamily="34" charset="0"/>
              </a:rPr>
              <a:t> Layout </a:t>
            </a:r>
            <a:r>
              <a:rPr lang="en-US" sz="7200">
                <a:solidFill>
                  <a:schemeClr val="bg1"/>
                </a:solidFill>
                <a:latin typeface="+mj-lt"/>
                <a:ea typeface="Noto Sans" panose="020B0502040504020204" pitchFamily="34" charset="0"/>
                <a:cs typeface="Arial" panose="020B0604020202020204" pitchFamily="34" charset="0"/>
              </a:rPr>
              <a:t>of Template</a:t>
            </a:r>
            <a:br>
              <a:rPr lang="en-US" sz="7200">
                <a:solidFill>
                  <a:schemeClr val="bg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rPr>
            </a:br>
            <a:br>
              <a:rPr lang="en-US" sz="7200">
                <a:solidFill>
                  <a:schemeClr val="bg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rPr>
            </a:br>
            <a:r>
              <a:rPr lang="en-US" sz="7200">
                <a:solidFill>
                  <a:schemeClr val="bg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rPr>
              <a:t>Any slide layouts after this</a:t>
            </a:r>
            <a:br>
              <a:rPr lang="en-US" sz="7200">
                <a:solidFill>
                  <a:schemeClr val="bg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rPr>
            </a:br>
            <a:r>
              <a:rPr lang="en-US" sz="7200">
                <a:solidFill>
                  <a:schemeClr val="bg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rPr>
              <a:t>are from other templates </a:t>
            </a:r>
            <a:br>
              <a:rPr lang="en-US" sz="7200">
                <a:solidFill>
                  <a:schemeClr val="bg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rPr>
            </a:br>
            <a:r>
              <a:rPr lang="en-US" sz="7200">
                <a:solidFill>
                  <a:schemeClr val="bg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rPr>
              <a:t>and should not be used</a:t>
            </a:r>
            <a:endParaRPr lang="en-US" sz="6600">
              <a:solidFill>
                <a:schemeClr val="bg1"/>
              </a:solidFill>
              <a:latin typeface="Arial" panose="020B0604020202020204" pitchFamily="34" charset="0"/>
              <a:ea typeface="Noto Sans" panose="020B0502040504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2608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3237" y="329565"/>
            <a:ext cx="13623925" cy="1016350"/>
          </a:xfrm>
          <a:prstGeom prst="rect">
            <a:avLst/>
          </a:prstGeom>
        </p:spPr>
        <p:txBody>
          <a:bodyPr vert="horz" lIns="91440" tIns="73152" rIns="146304" bIns="73152" rtlCol="0" anchor="b">
            <a:noAutofit/>
          </a:bodyPr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3237" y="1597026"/>
            <a:ext cx="13623926" cy="5621338"/>
          </a:xfrm>
          <a:prstGeom prst="rect">
            <a:avLst/>
          </a:prstGeom>
        </p:spPr>
        <p:txBody>
          <a:bodyPr vert="horz" lIns="91440" tIns="91440" rIns="91440" bIns="45720" rtlCol="0">
            <a:no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1CD1BD-900A-1A6F-2F38-79EDEEF8751C}"/>
              </a:ext>
            </a:extLst>
          </p:cNvPr>
          <p:cNvPicPr>
            <a:picLocks noChangeAspect="1"/>
          </p:cNvPicPr>
          <p:nvPr userDrawn="1"/>
        </p:nvPicPr>
        <p:blipFill>
          <a:blip r:embed="rId3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345739" y="7492621"/>
            <a:ext cx="1768351" cy="454588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49CA715-8D56-4F91-24BE-86E7EF4484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10" y="7739080"/>
            <a:ext cx="2743200" cy="208129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+mn-lt"/>
              </a:defRPr>
            </a:lvl1pPr>
          </a:lstStyle>
          <a:p>
            <a:fld id="{3773602E-EC8C-F44D-BFC5-AD4583FDB2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491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6" r:id="rId1"/>
    <p:sldLayoutId id="2147483850" r:id="rId2"/>
    <p:sldLayoutId id="2147483851" r:id="rId3"/>
    <p:sldLayoutId id="2147483751" r:id="rId4"/>
    <p:sldLayoutId id="2147483836" r:id="rId5"/>
    <p:sldLayoutId id="2147483837" r:id="rId6"/>
    <p:sldLayoutId id="2147483852" r:id="rId7"/>
    <p:sldLayoutId id="2147483861" r:id="rId8"/>
    <p:sldLayoutId id="2147483754" r:id="rId9"/>
    <p:sldLayoutId id="2147483767" r:id="rId10"/>
    <p:sldLayoutId id="2147483860" r:id="rId11"/>
    <p:sldLayoutId id="2147483826" r:id="rId12"/>
    <p:sldLayoutId id="2147483839" r:id="rId13"/>
    <p:sldLayoutId id="2147483650" r:id="rId14"/>
    <p:sldLayoutId id="2147483867" r:id="rId15"/>
    <p:sldLayoutId id="2147483847" r:id="rId16"/>
    <p:sldLayoutId id="2147483656" r:id="rId17"/>
    <p:sldLayoutId id="2147483842" r:id="rId18"/>
    <p:sldLayoutId id="2147483863" r:id="rId19"/>
    <p:sldLayoutId id="2147483848" r:id="rId20"/>
    <p:sldLayoutId id="2147483849" r:id="rId21"/>
    <p:sldLayoutId id="2147483703" r:id="rId22"/>
    <p:sldLayoutId id="2147483864" r:id="rId23"/>
    <p:sldLayoutId id="2147483865" r:id="rId24"/>
    <p:sldLayoutId id="2147483866" r:id="rId25"/>
    <p:sldLayoutId id="2147483843" r:id="rId26"/>
    <p:sldLayoutId id="2147483853" r:id="rId27"/>
    <p:sldLayoutId id="2147483855" r:id="rId28"/>
    <p:sldLayoutId id="2147483856" r:id="rId29"/>
    <p:sldLayoutId id="2147483844" r:id="rId30"/>
    <p:sldLayoutId id="2147483845" r:id="rId31"/>
    <p:sldLayoutId id="2147483831" r:id="rId32"/>
    <p:sldLayoutId id="2147483857" r:id="rId33"/>
    <p:sldLayoutId id="2147483676" r:id="rId34"/>
    <p:sldLayoutId id="2147483862" r:id="rId35"/>
  </p:sldLayoutIdLst>
  <p:hf sldNum="0" hdr="0" ftr="0" dt="0"/>
  <p:txStyles>
    <p:titleStyle>
      <a:lvl1pPr algn="l" defTabSz="1463040" rtl="0" eaLnBrk="1" latinLnBrk="0" hangingPunct="1">
        <a:spcBef>
          <a:spcPct val="0"/>
        </a:spcBef>
        <a:buNone/>
        <a:defRPr lang="en-US" sz="3000" kern="1200" cap="none" baseline="0" dirty="0">
          <a:solidFill>
            <a:schemeClr val="accent3"/>
          </a:solidFill>
          <a:latin typeface="+mj-lt"/>
          <a:ea typeface="Times" pitchFamily="2" charset="0"/>
          <a:cs typeface="Times" pitchFamily="2" charset="0"/>
        </a:defRPr>
      </a:lvl1pPr>
    </p:titleStyle>
    <p:bodyStyle>
      <a:lvl1pPr marL="225425" indent="-225425" algn="l" defTabSz="146304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bg1">
            <a:lumMod val="50000"/>
          </a:schemeClr>
        </a:buClr>
        <a:buFont typeface="Arial" panose="020B0604020202020204" pitchFamily="34" charset="0"/>
        <a:buChar char="•"/>
        <a:tabLst>
          <a:tab pos="225425" algn="l"/>
        </a:tabLst>
        <a:defRPr sz="1600" kern="1200">
          <a:solidFill>
            <a:schemeClr val="tx1"/>
          </a:solidFill>
          <a:latin typeface="+mn-lt"/>
          <a:ea typeface="Noto Sans" panose="020B0502040504020204" pitchFamily="34" charset="0"/>
          <a:cs typeface="Arial" panose="020B0604020202020204" pitchFamily="34" charset="0"/>
        </a:defRPr>
      </a:lvl1pPr>
      <a:lvl2pPr marL="627063" indent="-287338" algn="l" defTabSz="146304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bg1">
            <a:lumMod val="50000"/>
          </a:schemeClr>
        </a:buClr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Noto Sans" panose="020B0502040504020204" pitchFamily="34" charset="0"/>
          <a:cs typeface="Arial" panose="020B0604020202020204" pitchFamily="34" charset="0"/>
        </a:defRPr>
      </a:lvl2pPr>
      <a:lvl3pPr marL="914400" indent="-225425" algn="l" defTabSz="146304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bg1">
            <a:lumMod val="50000"/>
          </a:schemeClr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Noto Sans" panose="020B0502040504020204" pitchFamily="34" charset="0"/>
          <a:cs typeface="Arial" panose="020B0604020202020204" pitchFamily="34" charset="0"/>
        </a:defRPr>
      </a:lvl3pPr>
      <a:lvl4pPr marL="1254125" indent="-277813" algn="l" defTabSz="146304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bg1">
            <a:lumMod val="50000"/>
          </a:schemeClr>
        </a:buClr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Noto Sans" panose="020B0502040504020204" pitchFamily="34" charset="0"/>
          <a:cs typeface="Arial" panose="020B0604020202020204" pitchFamily="34" charset="0"/>
        </a:defRPr>
      </a:lvl4pPr>
      <a:lvl5pPr marL="1541463" indent="-227013" algn="l" defTabSz="146304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bg1">
            <a:lumMod val="50000"/>
          </a:schemeClr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Noto Sans" panose="020B0502040504020204" pitchFamily="34" charset="0"/>
          <a:cs typeface="Arial" panose="020B0604020202020204" pitchFamily="34" charset="0"/>
        </a:defRPr>
      </a:lvl5pPr>
      <a:lvl6pPr marL="4023360" indent="-365760" algn="l" defTabSz="1463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6pPr>
      <a:lvl7pPr marL="4754880" indent="-365760" algn="l" defTabSz="1463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7pPr>
      <a:lvl8pPr marL="5486400" indent="-365760" algn="l" defTabSz="1463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8pPr>
      <a:lvl9pPr marL="6217920" indent="-365760" algn="l" defTabSz="1463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63040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algn="l" defTabSz="1463040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2pPr>
      <a:lvl3pPr marL="1463040" algn="l" defTabSz="1463040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3pPr>
      <a:lvl4pPr marL="2194560" algn="l" defTabSz="1463040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80" algn="l" defTabSz="1463040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5pPr>
      <a:lvl6pPr marL="3657600" algn="l" defTabSz="1463040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6pPr>
      <a:lvl7pPr marL="4389120" algn="l" defTabSz="1463040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7pPr>
      <a:lvl8pPr marL="5120640" algn="l" defTabSz="1463040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8pPr>
      <a:lvl9pPr marL="5852160" algn="l" defTabSz="1463040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22E26-CEE8-2BAA-2F5E-768606869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777" y="1318635"/>
            <a:ext cx="5835776" cy="1276437"/>
          </a:xfrm>
        </p:spPr>
        <p:txBody>
          <a:bodyPr/>
          <a:lstStyle/>
          <a:p>
            <a:r>
              <a:rPr lang="hu-HU" dirty="0"/>
              <a:t>ADAS UX </a:t>
            </a:r>
            <a:r>
              <a:rPr lang="hu-HU" dirty="0" err="1"/>
              <a:t>Library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0CBEA8-CE53-56FA-C381-CCD0F6F8A7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83776" y="2955782"/>
            <a:ext cx="7507403" cy="1070652"/>
          </a:xfrm>
        </p:spPr>
        <p:txBody>
          <a:bodyPr/>
          <a:lstStyle/>
          <a:p>
            <a:r>
              <a:rPr lang="hu-HU" b="0" i="0" dirty="0" err="1">
                <a:effectLst/>
                <a:latin typeface="+mn-lt"/>
              </a:rPr>
              <a:t>LabVIEW</a:t>
            </a:r>
            <a:r>
              <a:rPr lang="hu-HU" b="0" i="0" dirty="0">
                <a:effectLst/>
                <a:latin typeface="+mn-lt"/>
              </a:rPr>
              <a:t> UI </a:t>
            </a:r>
            <a:r>
              <a:rPr lang="hu-HU" b="0" i="0" dirty="0" err="1">
                <a:effectLst/>
                <a:latin typeface="+mn-lt"/>
              </a:rPr>
              <a:t>components</a:t>
            </a:r>
            <a:r>
              <a:rPr lang="hu-HU" b="0" i="0" dirty="0">
                <a:effectLst/>
                <a:latin typeface="+mn-lt"/>
              </a:rPr>
              <a:t> </a:t>
            </a:r>
            <a:r>
              <a:rPr lang="hu-HU" b="0" i="0" dirty="0" err="1">
                <a:effectLst/>
                <a:latin typeface="+mn-lt"/>
              </a:rPr>
              <a:t>for</a:t>
            </a:r>
            <a:r>
              <a:rPr lang="hu-HU" b="0" i="0" dirty="0">
                <a:effectLst/>
                <a:latin typeface="+mn-lt"/>
              </a:rPr>
              <a:t> </a:t>
            </a:r>
            <a:r>
              <a:rPr lang="hu-HU" b="0" i="0" dirty="0" err="1">
                <a:effectLst/>
                <a:latin typeface="+mn-lt"/>
              </a:rPr>
              <a:t>Measurement</a:t>
            </a:r>
            <a:r>
              <a:rPr lang="hu-HU" b="0" i="0" dirty="0">
                <a:effectLst/>
                <a:latin typeface="+mn-lt"/>
              </a:rPr>
              <a:t> </a:t>
            </a:r>
            <a:r>
              <a:rPr lang="hu-HU" b="0" i="0" dirty="0" err="1">
                <a:effectLst/>
                <a:latin typeface="+mn-lt"/>
              </a:rPr>
              <a:t>Plug</a:t>
            </a:r>
            <a:r>
              <a:rPr lang="hu-HU" dirty="0" err="1">
                <a:latin typeface="+mn-lt"/>
              </a:rPr>
              <a:t>ins</a:t>
            </a:r>
            <a:endParaRPr lang="en-US" dirty="0">
              <a:latin typeface="+mn-lt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7173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64C44-5F0B-54B7-90A6-EE4A82957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>
                <a:ea typeface="Noto Sans Black"/>
                <a:cs typeface="Noto Sans Black"/>
              </a:rPr>
              <a:t>Components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651D45-C112-E8F3-FD82-1B886286A42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87808" y="2494728"/>
            <a:ext cx="5959036" cy="1016350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Tables</a:t>
            </a:r>
            <a:endParaRPr lang="hu-HU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Filtering Control (tokenize the user input and parsing)</a:t>
            </a:r>
          </a:p>
          <a:p>
            <a:pPr algn="l"/>
            <a:endParaRPr lang="en-US" dirty="0"/>
          </a:p>
          <a:p>
            <a:pPr algn="l"/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3A76EE-632A-6C9C-DC5F-EC8A0781B2E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4582" y="2536343"/>
            <a:ext cx="4737791" cy="3491862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Status (String)</a:t>
            </a:r>
            <a:endParaRPr lang="hu-HU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User Input for strings</a:t>
            </a:r>
            <a:endParaRPr lang="hu-HU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Path control (files)</a:t>
            </a:r>
            <a:endParaRPr lang="hu-HU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Buttons for actions</a:t>
            </a:r>
            <a:endParaRPr lang="hu-HU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Interfaces Name (devices)</a:t>
            </a:r>
            <a:endParaRPr lang="hu-HU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Boolean indicators for connection status</a:t>
            </a:r>
            <a:endParaRPr lang="hu-HU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Image display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CFE6CF9-8924-6E5C-650D-83A2EA8662F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134837" y="2028720"/>
            <a:ext cx="2545157" cy="509587"/>
          </a:xfrm>
        </p:spPr>
        <p:txBody>
          <a:bodyPr/>
          <a:lstStyle/>
          <a:p>
            <a:r>
              <a:rPr lang="hu-HU" dirty="0"/>
              <a:t>Jesse</a:t>
            </a:r>
            <a:endParaRPr lang="en-US" dirty="0"/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D3AAB0C-DAF3-E089-E1C1-C9B121F43EC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03237" y="2028720"/>
            <a:ext cx="2737258" cy="509587"/>
          </a:xfrm>
        </p:spPr>
        <p:txBody>
          <a:bodyPr/>
          <a:lstStyle/>
          <a:p>
            <a:r>
              <a:rPr lang="hu-HU" dirty="0"/>
              <a:t>Attila</a:t>
            </a:r>
            <a:endParaRPr lang="en-US" dirty="0"/>
          </a:p>
          <a:p>
            <a:endParaRPr lang="en-US" dirty="0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9D0A98F4-A9A8-79EA-51D5-BB38C39692C6}"/>
              </a:ext>
            </a:extLst>
          </p:cNvPr>
          <p:cNvSpPr txBox="1">
            <a:spLocks/>
          </p:cNvSpPr>
          <p:nvPr/>
        </p:nvSpPr>
        <p:spPr>
          <a:xfrm>
            <a:off x="7687808" y="4858212"/>
            <a:ext cx="2488018" cy="509587"/>
          </a:xfrm>
          <a:prstGeom prst="rect">
            <a:avLst/>
          </a:prstGeom>
        </p:spPr>
        <p:txBody>
          <a:bodyPr vert="horz" lIns="91440" tIns="91440" rIns="91440" bIns="45720" rtlCol="0">
            <a:noAutofit/>
          </a:bodyPr>
          <a:lstStyle>
            <a:lvl1pPr marL="0" indent="0" algn="r" defTabSz="146304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None/>
              <a:tabLst>
                <a:tab pos="225425" algn="l"/>
              </a:tabLst>
              <a:defRPr sz="1600" b="1" kern="1200">
                <a:solidFill>
                  <a:schemeClr val="tx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defRPr>
            </a:lvl1pPr>
            <a:lvl2pPr marL="627063" indent="-287338" algn="l" defTabSz="146304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Noto Sans" panose="020B0502040504020204" pitchFamily="34" charset="0"/>
                <a:cs typeface="Arial" panose="020B0604020202020204" pitchFamily="34" charset="0"/>
              </a:defRPr>
            </a:lvl2pPr>
            <a:lvl3pPr marL="914400" indent="-225425" algn="l" defTabSz="146304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Noto Sans" panose="020B0502040504020204" pitchFamily="34" charset="0"/>
                <a:cs typeface="Arial" panose="020B0604020202020204" pitchFamily="34" charset="0"/>
              </a:defRPr>
            </a:lvl3pPr>
            <a:lvl4pPr marL="1254125" indent="-277813" algn="l" defTabSz="146304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Noto Sans" panose="020B0502040504020204" pitchFamily="34" charset="0"/>
                <a:cs typeface="Arial" panose="020B0604020202020204" pitchFamily="34" charset="0"/>
              </a:defRPr>
            </a:lvl4pPr>
            <a:lvl5pPr marL="1541463" indent="-227013" algn="l" defTabSz="146304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»"/>
              <a:defRPr sz="1600" kern="1200">
                <a:solidFill>
                  <a:schemeClr val="tx1"/>
                </a:solidFill>
                <a:latin typeface="+mn-lt"/>
                <a:ea typeface="Noto Sans" panose="020B0502040504020204" pitchFamily="34" charset="0"/>
                <a:cs typeface="Arial" panose="020B0604020202020204" pitchFamily="34" charset="0"/>
              </a:defRPr>
            </a:lvl5pPr>
            <a:lvl6pPr marL="4023360" indent="-365760" algn="l" defTabSz="14630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754880" indent="-365760" algn="l" defTabSz="14630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486400" indent="-365760" algn="l" defTabSz="14630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217920" indent="-365760" algn="l" defTabSz="14630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VI Icon Definition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C0F22794-6BC1-5355-15A1-BC329F979A37}"/>
              </a:ext>
            </a:extLst>
          </p:cNvPr>
          <p:cNvSpPr txBox="1">
            <a:spLocks/>
          </p:cNvSpPr>
          <p:nvPr/>
        </p:nvSpPr>
        <p:spPr>
          <a:xfrm>
            <a:off x="7134837" y="4386243"/>
            <a:ext cx="2737259" cy="509587"/>
          </a:xfrm>
          <a:prstGeom prst="rect">
            <a:avLst/>
          </a:prstGeom>
        </p:spPr>
        <p:txBody>
          <a:bodyPr vert="horz" lIns="91440" tIns="91440" rIns="91440" bIns="45720" rtlCol="0">
            <a:noAutofit/>
          </a:bodyPr>
          <a:lstStyle>
            <a:lvl1pPr marL="0" indent="0" algn="l" defTabSz="146304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None/>
              <a:tabLst>
                <a:tab pos="225425" algn="l"/>
              </a:tabLst>
              <a:defRPr sz="1600" b="0" kern="1200">
                <a:solidFill>
                  <a:schemeClr val="tx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defRPr>
            </a:lvl1pPr>
            <a:lvl2pPr marL="627063" indent="-287338" algn="l" defTabSz="146304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Noto Sans" panose="020B0502040504020204" pitchFamily="34" charset="0"/>
                <a:cs typeface="Arial" panose="020B0604020202020204" pitchFamily="34" charset="0"/>
              </a:defRPr>
            </a:lvl2pPr>
            <a:lvl3pPr marL="914400" indent="-225425" algn="l" defTabSz="146304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Noto Sans" panose="020B0502040504020204" pitchFamily="34" charset="0"/>
                <a:cs typeface="Arial" panose="020B0604020202020204" pitchFamily="34" charset="0"/>
              </a:defRPr>
            </a:lvl3pPr>
            <a:lvl4pPr marL="1254125" indent="-277813" algn="l" defTabSz="146304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Noto Sans" panose="020B0502040504020204" pitchFamily="34" charset="0"/>
                <a:cs typeface="Arial" panose="020B0604020202020204" pitchFamily="34" charset="0"/>
              </a:defRPr>
            </a:lvl4pPr>
            <a:lvl5pPr marL="1541463" indent="-227013" algn="l" defTabSz="146304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»"/>
              <a:defRPr sz="1600" kern="1200">
                <a:solidFill>
                  <a:schemeClr val="tx1"/>
                </a:solidFill>
                <a:latin typeface="+mn-lt"/>
                <a:ea typeface="Noto Sans" panose="020B0502040504020204" pitchFamily="34" charset="0"/>
                <a:cs typeface="Arial" panose="020B0604020202020204" pitchFamily="34" charset="0"/>
              </a:defRPr>
            </a:lvl5pPr>
            <a:lvl6pPr marL="4023360" indent="-365760" algn="l" defTabSz="14630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754880" indent="-365760" algn="l" defTabSz="14630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486400" indent="-365760" algn="l" defTabSz="14630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217920" indent="-365760" algn="l" defTabSz="146304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dirty="0"/>
              <a:t>Peter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814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6F14A-9F1B-54F9-6496-F95EED5ED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9D92B81-9CE2-DA3A-1C31-B41D82086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String</a:t>
            </a:r>
            <a:endParaRPr lang="en-US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189F038-1222-49FF-08B2-4B55E90E8768}"/>
              </a:ext>
            </a:extLst>
          </p:cNvPr>
          <p:cNvSpPr txBox="1"/>
          <p:nvPr/>
        </p:nvSpPr>
        <p:spPr>
          <a:xfrm>
            <a:off x="631371" y="1970314"/>
            <a:ext cx="1484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LabVIEW</a:t>
            </a:r>
            <a:endParaRPr lang="en-US" sz="2400" dirty="0" err="1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16D2E2EE-23D9-B802-72BD-372E3F29A0C8}"/>
              </a:ext>
            </a:extLst>
          </p:cNvPr>
          <p:cNvSpPr txBox="1"/>
          <p:nvPr/>
        </p:nvSpPr>
        <p:spPr>
          <a:xfrm>
            <a:off x="6716485" y="1963891"/>
            <a:ext cx="2597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Instrument</a:t>
            </a:r>
            <a:r>
              <a:rPr lang="hu-HU" sz="2400" dirty="0"/>
              <a:t> </a:t>
            </a:r>
            <a:r>
              <a:rPr lang="hu-HU" sz="2400" dirty="0" err="1"/>
              <a:t>Studio</a:t>
            </a:r>
            <a:endParaRPr lang="en-US" sz="2400" dirty="0" err="1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6C1DF1A-0F6B-845D-4F23-936DAB12A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9" y="2874996"/>
            <a:ext cx="4553585" cy="276263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F3C199F-4128-9665-C528-7007962DF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3722" y="2894049"/>
            <a:ext cx="4486901" cy="2743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79668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C1B08-BE9D-B4E8-0715-C642A0F98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FEDFBC9-F529-0881-0D2A-C0E2BD61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</a:t>
            </a:r>
            <a:r>
              <a:rPr lang="hu-HU" dirty="0" err="1"/>
              <a:t>umeric</a:t>
            </a:r>
            <a:endParaRPr lang="en-US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1CCBA6FD-64C7-7607-52C3-5D50E40AD9C1}"/>
              </a:ext>
            </a:extLst>
          </p:cNvPr>
          <p:cNvSpPr txBox="1"/>
          <p:nvPr/>
        </p:nvSpPr>
        <p:spPr>
          <a:xfrm>
            <a:off x="631371" y="1970314"/>
            <a:ext cx="1484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LabVIEW</a:t>
            </a:r>
            <a:endParaRPr lang="en-US" sz="2400" dirty="0" err="1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0BDC4442-6F2D-77AB-3CF6-B98664BFC3F7}"/>
              </a:ext>
            </a:extLst>
          </p:cNvPr>
          <p:cNvSpPr txBox="1"/>
          <p:nvPr/>
        </p:nvSpPr>
        <p:spPr>
          <a:xfrm>
            <a:off x="6716485" y="1963891"/>
            <a:ext cx="2597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Instrument</a:t>
            </a:r>
            <a:r>
              <a:rPr lang="hu-HU" sz="2400" dirty="0"/>
              <a:t> </a:t>
            </a:r>
            <a:r>
              <a:rPr lang="hu-HU" sz="2400" dirty="0" err="1"/>
              <a:t>Studio</a:t>
            </a:r>
            <a:endParaRPr lang="en-US" sz="2400" dirty="0" err="1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E8432050-833F-B181-516C-A78113435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722" y="2658567"/>
            <a:ext cx="2943636" cy="384863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61E567E0-FF7C-9222-F88B-CE540D2D04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537" y="2658567"/>
            <a:ext cx="3172268" cy="4201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6227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61E7E-4038-37CA-A5D1-BE3F4C8B8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31E2C42-EE1A-ACEB-0681-5D6D06E60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Combo</a:t>
            </a:r>
            <a:r>
              <a:rPr lang="hu-HU" dirty="0"/>
              <a:t> </a:t>
            </a:r>
            <a:r>
              <a:rPr lang="hu-HU" dirty="0" err="1"/>
              <a:t>Box</a:t>
            </a:r>
            <a:r>
              <a:rPr lang="hu-HU" dirty="0"/>
              <a:t>, Ring</a:t>
            </a:r>
            <a:endParaRPr lang="en-US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FCED54C4-7C02-774C-72B2-EAF40DC722E6}"/>
              </a:ext>
            </a:extLst>
          </p:cNvPr>
          <p:cNvSpPr txBox="1"/>
          <p:nvPr/>
        </p:nvSpPr>
        <p:spPr>
          <a:xfrm>
            <a:off x="631371" y="1970314"/>
            <a:ext cx="1484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LabVIEW</a:t>
            </a:r>
            <a:endParaRPr lang="en-US" sz="2400" dirty="0" err="1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3DD2C7D3-C473-E66A-6709-93C8B2130C63}"/>
              </a:ext>
            </a:extLst>
          </p:cNvPr>
          <p:cNvSpPr txBox="1"/>
          <p:nvPr/>
        </p:nvSpPr>
        <p:spPr>
          <a:xfrm>
            <a:off x="6716485" y="1963891"/>
            <a:ext cx="2597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Instrument</a:t>
            </a:r>
            <a:r>
              <a:rPr lang="hu-HU" sz="2400" dirty="0"/>
              <a:t> </a:t>
            </a:r>
            <a:r>
              <a:rPr lang="hu-HU" sz="2400" dirty="0" err="1"/>
              <a:t>Studio</a:t>
            </a:r>
            <a:endParaRPr lang="en-US" sz="2400" dirty="0" err="1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B6B40917-C399-9446-B789-20FB2639C9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722" y="2737688"/>
            <a:ext cx="1733792" cy="990738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F6F63FB8-3308-ACE8-6FF9-62739494D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29" y="4501175"/>
            <a:ext cx="6963747" cy="2314898"/>
          </a:xfrm>
          <a:prstGeom prst="rect">
            <a:avLst/>
          </a:prstGeom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E2052DCE-076F-E687-AC45-3363B9EE26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0076" y="2737688"/>
            <a:ext cx="1810003" cy="1076475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FFD2CF92-2DE9-E7E7-4F9B-0E2584CE13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0326" y="4501175"/>
            <a:ext cx="6954220" cy="229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2311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8583A-4678-CE15-9498-86C3D6279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21910E-F330-361E-B427-93BDE79E0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Array</a:t>
            </a:r>
            <a:endParaRPr lang="en-US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CE37CAD8-4C13-247C-EB78-4F353BE41B0E}"/>
              </a:ext>
            </a:extLst>
          </p:cNvPr>
          <p:cNvSpPr txBox="1"/>
          <p:nvPr/>
        </p:nvSpPr>
        <p:spPr>
          <a:xfrm>
            <a:off x="559788" y="1970314"/>
            <a:ext cx="1484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LabVIEW</a:t>
            </a:r>
            <a:endParaRPr lang="en-US" sz="2400" dirty="0" err="1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D20B3C7F-7317-46E8-C2D2-FD2641ED3E52}"/>
              </a:ext>
            </a:extLst>
          </p:cNvPr>
          <p:cNvSpPr txBox="1"/>
          <p:nvPr/>
        </p:nvSpPr>
        <p:spPr>
          <a:xfrm>
            <a:off x="559788" y="4612309"/>
            <a:ext cx="2597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Instrument</a:t>
            </a:r>
            <a:r>
              <a:rPr lang="hu-HU" sz="2400" dirty="0"/>
              <a:t> </a:t>
            </a:r>
            <a:r>
              <a:rPr lang="hu-HU" sz="2400" dirty="0" err="1"/>
              <a:t>Studio</a:t>
            </a:r>
            <a:endParaRPr lang="en-US" sz="2400" dirty="0" err="1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7E6AFC4-659A-8737-0256-AEFF8D29C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5236" y="1970314"/>
            <a:ext cx="7744906" cy="2410161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16487203-EB07-0635-22DD-56E3C97BE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973" y="4612309"/>
            <a:ext cx="7840169" cy="240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212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60583-6538-F56A-3BEB-C4D274C50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5BF469-27D3-1B3F-7A36-AB82C67B5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Path</a:t>
            </a:r>
            <a:endParaRPr lang="en-US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4643B4DF-218E-C97B-670E-2B44E1C69EAE}"/>
              </a:ext>
            </a:extLst>
          </p:cNvPr>
          <p:cNvSpPr txBox="1"/>
          <p:nvPr/>
        </p:nvSpPr>
        <p:spPr>
          <a:xfrm>
            <a:off x="631371" y="1970314"/>
            <a:ext cx="1484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LabVIEW</a:t>
            </a:r>
            <a:endParaRPr lang="en-US" sz="2400" dirty="0" err="1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20E3245D-DF41-E378-9885-10811FDD0EA6}"/>
              </a:ext>
            </a:extLst>
          </p:cNvPr>
          <p:cNvSpPr txBox="1"/>
          <p:nvPr/>
        </p:nvSpPr>
        <p:spPr>
          <a:xfrm>
            <a:off x="6716485" y="1963891"/>
            <a:ext cx="2597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Instrument</a:t>
            </a:r>
            <a:r>
              <a:rPr lang="hu-HU" sz="2400" dirty="0"/>
              <a:t> </a:t>
            </a:r>
            <a:r>
              <a:rPr lang="hu-HU" sz="2400" dirty="0" err="1"/>
              <a:t>Studio</a:t>
            </a:r>
            <a:endParaRPr lang="en-US" sz="2400" dirty="0" err="1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D6EC0C19-1AAC-518F-BE4A-3F7207C33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722" y="2623844"/>
            <a:ext cx="4525006" cy="4201111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D2EF4A98-671E-778F-0023-87DBB04A6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7524" y="2614317"/>
            <a:ext cx="4391638" cy="422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269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AC22B-D331-1C0D-6B75-6DFFBE3C1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C6B53EE-727E-BC22-941A-C3066364F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Button</a:t>
            </a:r>
            <a:endParaRPr lang="en-US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C76F692C-2F6C-A959-844D-670B112D2B21}"/>
              </a:ext>
            </a:extLst>
          </p:cNvPr>
          <p:cNvSpPr txBox="1"/>
          <p:nvPr/>
        </p:nvSpPr>
        <p:spPr>
          <a:xfrm>
            <a:off x="631371" y="1970314"/>
            <a:ext cx="1484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LabVIEW</a:t>
            </a:r>
            <a:endParaRPr lang="en-US" sz="2400" dirty="0" err="1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3D99B212-6427-FA62-CAEF-D9AB2010049C}"/>
              </a:ext>
            </a:extLst>
          </p:cNvPr>
          <p:cNvSpPr txBox="1"/>
          <p:nvPr/>
        </p:nvSpPr>
        <p:spPr>
          <a:xfrm>
            <a:off x="6716485" y="1963891"/>
            <a:ext cx="2597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Instrument</a:t>
            </a:r>
            <a:r>
              <a:rPr lang="hu-HU" sz="2400" dirty="0"/>
              <a:t> </a:t>
            </a:r>
            <a:r>
              <a:rPr lang="hu-HU" sz="2400" dirty="0" err="1"/>
              <a:t>Studio</a:t>
            </a:r>
            <a:endParaRPr lang="en-US" sz="2400" dirty="0" err="1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2B85AB98-7808-5FED-717A-CB1D804169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9" y="3686083"/>
            <a:ext cx="6592220" cy="1314633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7C386BBF-9E1E-811D-9031-B28775A7D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237" y="3686083"/>
            <a:ext cx="6420746" cy="123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0208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821A559-6E99-73AA-6917-F35C1A6AC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Interfaces Name</a:t>
            </a:r>
            <a:r>
              <a:rPr lang="hu-HU" dirty="0"/>
              <a:t> (</a:t>
            </a:r>
            <a:r>
              <a:rPr lang="hu-HU" dirty="0" err="1"/>
              <a:t>Devices</a:t>
            </a:r>
            <a:r>
              <a:rPr lang="hu-HU" dirty="0"/>
              <a:t>)</a:t>
            </a:r>
            <a:r>
              <a:rPr lang="en-US" dirty="0"/>
              <a:t> 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42F15CB8-D574-7CD2-BB75-D9423C06C6DA}"/>
              </a:ext>
            </a:extLst>
          </p:cNvPr>
          <p:cNvSpPr txBox="1"/>
          <p:nvPr/>
        </p:nvSpPr>
        <p:spPr>
          <a:xfrm>
            <a:off x="631371" y="1970314"/>
            <a:ext cx="1484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LabVIEW</a:t>
            </a:r>
            <a:endParaRPr lang="en-US" sz="2400" dirty="0" err="1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49436873-F36C-CAB7-2882-11FD30E33D88}"/>
              </a:ext>
            </a:extLst>
          </p:cNvPr>
          <p:cNvSpPr txBox="1"/>
          <p:nvPr/>
        </p:nvSpPr>
        <p:spPr>
          <a:xfrm>
            <a:off x="6716485" y="1963891"/>
            <a:ext cx="2597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Instrument</a:t>
            </a:r>
            <a:r>
              <a:rPr lang="hu-HU" sz="2400" dirty="0"/>
              <a:t> </a:t>
            </a:r>
            <a:r>
              <a:rPr lang="hu-HU" sz="2400" dirty="0" err="1"/>
              <a:t>Studio</a:t>
            </a:r>
            <a:endParaRPr lang="en-US" sz="2400" dirty="0" err="1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4C466C4E-DD7E-50F1-BDD0-A7CE4F3298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620" y="2744389"/>
            <a:ext cx="4667901" cy="2457793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092CCCC3-F3E7-133D-2704-42482B69C8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199" y="2744389"/>
            <a:ext cx="4763165" cy="256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366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BF336-55CC-0000-C9F5-D9A7CA63A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D033CED-C9BB-73AB-8F5E-338EAD22E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Checkbox</a:t>
            </a:r>
            <a:r>
              <a:rPr lang="hu-HU" dirty="0"/>
              <a:t>, </a:t>
            </a:r>
            <a:r>
              <a:rPr lang="hu-HU" dirty="0" err="1"/>
              <a:t>Radio</a:t>
            </a:r>
            <a:r>
              <a:rPr lang="hu-HU" dirty="0"/>
              <a:t> </a:t>
            </a:r>
            <a:r>
              <a:rPr lang="hu-HU" dirty="0" err="1"/>
              <a:t>button</a:t>
            </a:r>
            <a:r>
              <a:rPr lang="hu-HU" dirty="0"/>
              <a:t>, Status / </a:t>
            </a:r>
            <a:r>
              <a:rPr lang="hu-HU" dirty="0" err="1"/>
              <a:t>Result</a:t>
            </a:r>
            <a:r>
              <a:rPr lang="hu-HU" dirty="0"/>
              <a:t>, Boolean, </a:t>
            </a:r>
            <a:r>
              <a:rPr lang="hu-HU" dirty="0" err="1"/>
              <a:t>Icons</a:t>
            </a:r>
            <a:endParaRPr lang="en-US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6CBC9030-231A-4FAE-BEE2-9C31AAE0133E}"/>
              </a:ext>
            </a:extLst>
          </p:cNvPr>
          <p:cNvSpPr txBox="1"/>
          <p:nvPr/>
        </p:nvSpPr>
        <p:spPr>
          <a:xfrm>
            <a:off x="631371" y="1970314"/>
            <a:ext cx="1484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LabVIEW</a:t>
            </a:r>
            <a:endParaRPr lang="en-US" sz="2400" dirty="0" err="1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F12BF435-FBF4-C4CA-0866-6781AE46FBE2}"/>
              </a:ext>
            </a:extLst>
          </p:cNvPr>
          <p:cNvSpPr txBox="1"/>
          <p:nvPr/>
        </p:nvSpPr>
        <p:spPr>
          <a:xfrm>
            <a:off x="6716485" y="1963891"/>
            <a:ext cx="2597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Instrument</a:t>
            </a:r>
            <a:r>
              <a:rPr lang="hu-HU" sz="2400" dirty="0"/>
              <a:t> </a:t>
            </a:r>
            <a:r>
              <a:rPr lang="hu-HU" sz="2400" dirty="0" err="1"/>
              <a:t>Studio</a:t>
            </a:r>
            <a:endParaRPr lang="en-US" sz="2400" dirty="0" err="1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7F8E002-BB39-D44E-3BD1-658EA5FB2E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7540" y="3012830"/>
            <a:ext cx="5992061" cy="2791215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5942490B-AF76-AFA3-95D7-9F3ACF305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611" y="2980173"/>
            <a:ext cx="5744377" cy="2915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9825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CD387-8284-7442-9409-AB546C51A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3696D99-525A-8CB5-6DF7-027F4D059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Error</a:t>
            </a:r>
            <a:endParaRPr lang="en-US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F08EEB15-AF49-9434-1AD1-558B9E49BB93}"/>
              </a:ext>
            </a:extLst>
          </p:cNvPr>
          <p:cNvSpPr txBox="1"/>
          <p:nvPr/>
        </p:nvSpPr>
        <p:spPr>
          <a:xfrm>
            <a:off x="631371" y="1970314"/>
            <a:ext cx="1484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LabVIEW</a:t>
            </a:r>
            <a:endParaRPr lang="en-US" sz="2400" dirty="0" err="1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3B97B6A7-9EC4-CC89-6052-528AD6864A65}"/>
              </a:ext>
            </a:extLst>
          </p:cNvPr>
          <p:cNvSpPr txBox="1"/>
          <p:nvPr/>
        </p:nvSpPr>
        <p:spPr>
          <a:xfrm>
            <a:off x="6716485" y="1963891"/>
            <a:ext cx="2597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Instrument</a:t>
            </a:r>
            <a:r>
              <a:rPr lang="hu-HU" sz="2400" dirty="0"/>
              <a:t> </a:t>
            </a:r>
            <a:r>
              <a:rPr lang="hu-HU" sz="2400" dirty="0" err="1"/>
              <a:t>Studio</a:t>
            </a:r>
            <a:endParaRPr lang="en-US" sz="2400" dirty="0" err="1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E00456D9-CD7F-FBC7-4121-030730B36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425" y="3043532"/>
            <a:ext cx="2829320" cy="1829055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AF52B115-C973-14A5-AD16-102C9F972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2073" y="3043532"/>
            <a:ext cx="2753109" cy="175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447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59021-DDC3-660C-E66A-C5EC3E837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893DCD-9A74-223F-90E2-78DE63642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Tab </a:t>
            </a:r>
            <a:r>
              <a:rPr lang="hu-HU" dirty="0" err="1"/>
              <a:t>Control</a:t>
            </a:r>
            <a:r>
              <a:rPr lang="hu-HU" dirty="0"/>
              <a:t> </a:t>
            </a:r>
            <a:endParaRPr lang="en-US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EAF1738C-3BE2-CFC6-0395-195D6EE7B6B1}"/>
              </a:ext>
            </a:extLst>
          </p:cNvPr>
          <p:cNvSpPr txBox="1"/>
          <p:nvPr/>
        </p:nvSpPr>
        <p:spPr>
          <a:xfrm>
            <a:off x="631371" y="1970314"/>
            <a:ext cx="1484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LabVIEW</a:t>
            </a:r>
            <a:endParaRPr lang="en-US" sz="2400" dirty="0" err="1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516EDB02-ABC1-6185-5BC0-503FDECC1188}"/>
              </a:ext>
            </a:extLst>
          </p:cNvPr>
          <p:cNvSpPr txBox="1"/>
          <p:nvPr/>
        </p:nvSpPr>
        <p:spPr>
          <a:xfrm>
            <a:off x="6716485" y="1963891"/>
            <a:ext cx="2597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Instrument</a:t>
            </a:r>
            <a:r>
              <a:rPr lang="hu-HU" sz="2400" dirty="0"/>
              <a:t> </a:t>
            </a:r>
            <a:r>
              <a:rPr lang="hu-HU" sz="2400" dirty="0" err="1"/>
              <a:t>Studio</a:t>
            </a:r>
            <a:endParaRPr lang="en-US" sz="2400" dirty="0" err="1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B0DDB1FA-7823-ABCE-5F85-8742ABF6C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746" y="3043532"/>
            <a:ext cx="2210108" cy="169568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EF7FDE4-757E-B008-7B21-5DF26AB15B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199" y="3043532"/>
            <a:ext cx="2295845" cy="175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1516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B55B0E-0B1C-4373-BD67-2539A35DC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Image display</a:t>
            </a:r>
            <a:endParaRPr lang="en-US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5F11C80D-A355-C151-BCB6-1282209730FF}"/>
              </a:ext>
            </a:extLst>
          </p:cNvPr>
          <p:cNvSpPr txBox="1"/>
          <p:nvPr/>
        </p:nvSpPr>
        <p:spPr>
          <a:xfrm>
            <a:off x="631371" y="1970314"/>
            <a:ext cx="1484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LabVIEW</a:t>
            </a:r>
            <a:endParaRPr lang="en-US" sz="2400" dirty="0" err="1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15B8AB53-7B42-2A2A-8130-567C80408178}"/>
              </a:ext>
            </a:extLst>
          </p:cNvPr>
          <p:cNvSpPr txBox="1"/>
          <p:nvPr/>
        </p:nvSpPr>
        <p:spPr>
          <a:xfrm>
            <a:off x="6716485" y="1963891"/>
            <a:ext cx="2597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Instrument</a:t>
            </a:r>
            <a:r>
              <a:rPr lang="hu-HU" sz="2400" dirty="0"/>
              <a:t> </a:t>
            </a:r>
            <a:r>
              <a:rPr lang="hu-HU" sz="2400" dirty="0" err="1"/>
              <a:t>Studio</a:t>
            </a:r>
            <a:endParaRPr lang="en-US" sz="2400" dirty="0" err="1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3E331825-EA2A-23AD-F25B-A970887CC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008" y="2431978"/>
            <a:ext cx="5505677" cy="4339078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8DDC28CE-CBBB-C10A-5A14-57B627497B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2500" y="2431978"/>
            <a:ext cx="5505677" cy="4283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6413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1F2C1-6A7A-B02C-5C08-8DEDC1467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AD09662-2A70-4C31-D15B-27199FE62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Table</a:t>
            </a:r>
            <a:endParaRPr lang="en-US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D7462982-335D-3C58-96BB-4439F915ACBC}"/>
              </a:ext>
            </a:extLst>
          </p:cNvPr>
          <p:cNvSpPr txBox="1"/>
          <p:nvPr/>
        </p:nvSpPr>
        <p:spPr>
          <a:xfrm>
            <a:off x="631371" y="1970314"/>
            <a:ext cx="1484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LabVIEW</a:t>
            </a:r>
            <a:endParaRPr lang="en-US" sz="2400" dirty="0" err="1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C401D019-4267-32E9-1B65-1B1B1270E877}"/>
              </a:ext>
            </a:extLst>
          </p:cNvPr>
          <p:cNvSpPr txBox="1"/>
          <p:nvPr/>
        </p:nvSpPr>
        <p:spPr>
          <a:xfrm>
            <a:off x="6716485" y="1963891"/>
            <a:ext cx="2597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Instrument</a:t>
            </a:r>
            <a:r>
              <a:rPr lang="hu-HU" sz="2400" dirty="0"/>
              <a:t> </a:t>
            </a:r>
            <a:r>
              <a:rPr lang="hu-HU" sz="2400" dirty="0" err="1"/>
              <a:t>Studio</a:t>
            </a:r>
            <a:endParaRPr lang="en-US" sz="2400" dirty="0" err="1"/>
          </a:p>
        </p:txBody>
      </p:sp>
      <p:pic>
        <p:nvPicPr>
          <p:cNvPr id="16" name="Kép 15">
            <a:extLst>
              <a:ext uri="{FF2B5EF4-FFF2-40B4-BE49-F238E27FC236}">
                <a16:creationId xmlns:a16="http://schemas.microsoft.com/office/drawing/2014/main" id="{07065F5D-D3F5-00C3-231F-F30C4EBE22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416" y="2672859"/>
            <a:ext cx="6601746" cy="3972479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7251FD54-DF68-45B5-E0AD-36D3488E05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71" y="2701438"/>
            <a:ext cx="6544588" cy="394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4432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21FA3-A842-6F32-36F2-AA36CCC35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6151A7-7250-582E-6D87-492CDEDB8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Filter </a:t>
            </a:r>
            <a:r>
              <a:rPr lang="hu-HU" dirty="0" err="1"/>
              <a:t>String</a:t>
            </a:r>
            <a:endParaRPr lang="en-US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F1909591-64E3-AB4B-0DFB-0053FD5A59CF}"/>
              </a:ext>
            </a:extLst>
          </p:cNvPr>
          <p:cNvSpPr txBox="1"/>
          <p:nvPr/>
        </p:nvSpPr>
        <p:spPr>
          <a:xfrm>
            <a:off x="631371" y="1970314"/>
            <a:ext cx="1484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LabVIEW</a:t>
            </a:r>
            <a:endParaRPr lang="en-US" sz="2400" dirty="0" err="1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1044D0B4-2935-4127-3EF4-9C37C3358C21}"/>
              </a:ext>
            </a:extLst>
          </p:cNvPr>
          <p:cNvSpPr txBox="1"/>
          <p:nvPr/>
        </p:nvSpPr>
        <p:spPr>
          <a:xfrm>
            <a:off x="6716485" y="1963891"/>
            <a:ext cx="2597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 err="1"/>
              <a:t>Instrument</a:t>
            </a:r>
            <a:r>
              <a:rPr lang="hu-HU" sz="2400" dirty="0"/>
              <a:t> </a:t>
            </a:r>
            <a:r>
              <a:rPr lang="hu-HU" sz="2400" dirty="0" err="1"/>
              <a:t>Studio</a:t>
            </a:r>
            <a:endParaRPr lang="en-US" sz="2400" dirty="0" err="1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D6513441-8BE4-9F91-6A25-53DDB8780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7458" y="2807786"/>
            <a:ext cx="3658111" cy="676369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47D3432C-FFB0-20DD-A804-9043FCAEB1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3722" y="2845891"/>
            <a:ext cx="3620005" cy="63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4871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6AC3091-C84B-4013-0CB2-71A9B184C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285750" indent="-285750"/>
            <a:r>
              <a:rPr lang="en-US" dirty="0"/>
              <a:t>VI Icon Definition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Measurement</a:t>
            </a:r>
            <a:r>
              <a:rPr lang="hu-HU" dirty="0"/>
              <a:t> </a:t>
            </a:r>
            <a:r>
              <a:rPr lang="hu-HU" dirty="0" err="1"/>
              <a:t>Plugins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941E637-55F6-E377-7629-086ED98196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872" y="1907551"/>
            <a:ext cx="13623926" cy="5146392"/>
          </a:xfrm>
        </p:spPr>
        <p:txBody>
          <a:bodyPr/>
          <a:lstStyle/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CAN/LIN ​Raw Bus Capture ​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Automotive Ethernet Raw Bus Capture ​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Automotive Vision Acquisition</a:t>
            </a:r>
            <a:endParaRPr lang="hu-HU" dirty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I2C Capture Plugin​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NI-Switch​</a:t>
            </a:r>
            <a:endParaRPr lang="hu-HU" dirty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CAN/LIN ​</a:t>
            </a:r>
            <a:r>
              <a:rPr lang="hu-HU" dirty="0" err="1"/>
              <a:t>Frame</a:t>
            </a:r>
            <a:r>
              <a:rPr lang="hu-HU" dirty="0"/>
              <a:t> </a:t>
            </a:r>
            <a:r>
              <a:rPr lang="hu-HU" dirty="0" err="1"/>
              <a:t>Generator</a:t>
            </a:r>
            <a:endParaRPr lang="en-US" dirty="0"/>
          </a:p>
          <a:p>
            <a:pPr>
              <a:lnSpc>
                <a:spcPct val="250000"/>
              </a:lnSpc>
            </a:pPr>
            <a:endParaRPr lang="en-US" dirty="0"/>
          </a:p>
          <a:p>
            <a:endParaRPr lang="en-US" dirty="0"/>
          </a:p>
        </p:txBody>
      </p:sp>
      <p:pic>
        <p:nvPicPr>
          <p:cNvPr id="17" name="Kép 16">
            <a:extLst>
              <a:ext uri="{FF2B5EF4-FFF2-40B4-BE49-F238E27FC236}">
                <a16:creationId xmlns:a16="http://schemas.microsoft.com/office/drawing/2014/main" id="{7E4716D3-6F85-24EA-A1B9-268F57884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3002" y="2967154"/>
            <a:ext cx="304800" cy="304800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D135223-91BC-44A2-80E0-595BBB377B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1486" y="2967154"/>
            <a:ext cx="304800" cy="304800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2C810F63-0228-993E-7FE6-ACBDBCF02D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3002" y="5288143"/>
            <a:ext cx="304800" cy="304800"/>
          </a:xfrm>
          <a:prstGeom prst="rect">
            <a:avLst/>
          </a:prstGeo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49E411E7-9F41-EB96-D0E2-30B255CDC7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3002" y="4514480"/>
            <a:ext cx="304800" cy="304800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E0CB1DD0-5272-20C0-9BE4-D1DBF1B336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23002" y="2190065"/>
            <a:ext cx="304800" cy="304800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551EE42C-4A92-1449-1F9B-70D78E53F3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1486" y="2190065"/>
            <a:ext cx="304800" cy="304800"/>
          </a:xfrm>
          <a:prstGeom prst="rect">
            <a:avLst/>
          </a:prstGeom>
        </p:spPr>
      </p:pic>
      <p:pic>
        <p:nvPicPr>
          <p:cNvPr id="33" name="Kép 32">
            <a:extLst>
              <a:ext uri="{FF2B5EF4-FFF2-40B4-BE49-F238E27FC236}">
                <a16:creationId xmlns:a16="http://schemas.microsoft.com/office/drawing/2014/main" id="{AEB0CC12-515E-36A4-1C5E-266045E23C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11485" y="5288143"/>
            <a:ext cx="304800" cy="304800"/>
          </a:xfrm>
          <a:prstGeom prst="rect">
            <a:avLst/>
          </a:prstGeom>
        </p:spPr>
      </p:pic>
      <p:pic>
        <p:nvPicPr>
          <p:cNvPr id="35" name="Kép 34">
            <a:extLst>
              <a:ext uri="{FF2B5EF4-FFF2-40B4-BE49-F238E27FC236}">
                <a16:creationId xmlns:a16="http://schemas.microsoft.com/office/drawing/2014/main" id="{E316E44D-887A-7BFE-0A5A-501A7D8BB7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23002" y="3736975"/>
            <a:ext cx="304800" cy="304800"/>
          </a:xfrm>
          <a:prstGeom prst="rect">
            <a:avLst/>
          </a:prstGeom>
        </p:spPr>
      </p:pic>
      <p:pic>
        <p:nvPicPr>
          <p:cNvPr id="37" name="Kép 36">
            <a:extLst>
              <a:ext uri="{FF2B5EF4-FFF2-40B4-BE49-F238E27FC236}">
                <a16:creationId xmlns:a16="http://schemas.microsoft.com/office/drawing/2014/main" id="{2C4B6366-B3C7-4FFB-F3EB-6A19F08B0C3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11485" y="3740817"/>
            <a:ext cx="304800" cy="304800"/>
          </a:xfrm>
          <a:prstGeom prst="rect">
            <a:avLst/>
          </a:prstGeom>
        </p:spPr>
      </p:pic>
      <p:pic>
        <p:nvPicPr>
          <p:cNvPr id="39" name="Kép 38">
            <a:extLst>
              <a:ext uri="{FF2B5EF4-FFF2-40B4-BE49-F238E27FC236}">
                <a16:creationId xmlns:a16="http://schemas.microsoft.com/office/drawing/2014/main" id="{3C0B041B-2462-0344-E439-14B361E95C0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11485" y="4514480"/>
            <a:ext cx="304800" cy="3048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9A8E524-4B15-FAA8-05C6-C524BB3ED8E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23002" y="6061806"/>
            <a:ext cx="304800" cy="3048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12CAA81-66C0-69E9-F73E-88C86709AD4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00196" y="6061806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0054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4794773"/>
      </p:ext>
    </p:extLst>
  </p:cSld>
  <p:clrMapOvr>
    <a:masterClrMapping/>
  </p:clrMapOvr>
</p:sld>
</file>

<file path=ppt/theme/theme1.xml><?xml version="1.0" encoding="utf-8"?>
<a:theme xmlns:a="http://schemas.openxmlformats.org/drawingml/2006/main" name="NI Template 2023">
  <a:themeElements>
    <a:clrScheme name="NI - EMR Palette 06-12-24 320">
      <a:dk1>
        <a:srgbClr val="000000"/>
      </a:dk1>
      <a:lt1>
        <a:srgbClr val="FFFFFF"/>
      </a:lt1>
      <a:dk2>
        <a:srgbClr val="004B8D"/>
      </a:dk2>
      <a:lt2>
        <a:srgbClr val="ECECED"/>
      </a:lt2>
      <a:accent1>
        <a:srgbClr val="004B8D"/>
      </a:accent1>
      <a:accent2>
        <a:srgbClr val="00573C"/>
      </a:accent2>
      <a:accent3>
        <a:srgbClr val="1B2552"/>
      </a:accent3>
      <a:accent4>
        <a:srgbClr val="1DB1DE"/>
      </a:accent4>
      <a:accent5>
        <a:srgbClr val="F5D300"/>
      </a:accent5>
      <a:accent6>
        <a:srgbClr val="00AD7C"/>
      </a:accent6>
      <a:hlink>
        <a:srgbClr val="00AD7C"/>
      </a:hlink>
      <a:folHlink>
        <a:srgbClr val="BA1C46"/>
      </a:folHlink>
    </a:clrScheme>
    <a:fontScheme name="EMR 2023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>
          <a:noFill/>
          <a:round/>
          <a:headEnd/>
          <a:tailEnd/>
        </a:ln>
        <a:effectLst/>
      </a:spPr>
      <a:bodyPr wrap="square" rtlCol="0" anchor="ctr"/>
      <a:lstStyle>
        <a:defPPr algn="ctr" eaLnBrk="0" fontAlgn="base" hangingPunct="0">
          <a:spcBef>
            <a:spcPct val="0"/>
          </a:spcBef>
          <a:spcAft>
            <a:spcPct val="0"/>
          </a:spcAft>
          <a:defRPr b="1" dirty="0">
            <a:solidFill>
              <a:srgbClr val="FFFFFF"/>
            </a:solidFill>
          </a:defRPr>
        </a:defPPr>
      </a:lstStyle>
    </a:spDef>
    <a:lnDef>
      <a:spPr bwMode="auto">
        <a:solidFill>
          <a:schemeClr val="accent1"/>
        </a:solidFill>
        <a:ln w="127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  <a:txDef>
      <a:spPr>
        <a:noFill/>
      </a:spPr>
      <a:bodyPr wrap="square" rtlCol="0">
        <a:spAutoFit/>
      </a:bodyPr>
      <a:lstStyle>
        <a:defPPr>
          <a:defRPr sz="2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NI_PPT Template_OCT 2024_FINAL" id="{D4F6084A-D982-4DA9-ACA7-B3F6D0D971E6}" vid="{BEEB913F-3438-4C31-A4A4-3B285030BB1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600C030-B628-4C6F-B085-4F22D991206A}">
  <we:reference id="wa104381063" version="1.0.0.1" store="en-US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D8B3011FB130543A8AA1CB1892243DF" ma:contentTypeVersion="13" ma:contentTypeDescription="Create a new document." ma:contentTypeScope="" ma:versionID="ad8ab2b550773af121b0a441603bdc97">
  <xsd:schema xmlns:xsd="http://www.w3.org/2001/XMLSchema" xmlns:xs="http://www.w3.org/2001/XMLSchema" xmlns:p="http://schemas.microsoft.com/office/2006/metadata/properties" xmlns:ns2="b7188c46-9be3-4b30-9739-4c24a3533425" xmlns:ns3="8fce7d85-8d8d-4fca-b2f0-fe43a4d368bb" targetNamespace="http://schemas.microsoft.com/office/2006/metadata/properties" ma:root="true" ma:fieldsID="303b1c4be4526f581165cb4b334b11c1" ns2:_="" ns3:_="">
    <xsd:import namespace="b7188c46-9be3-4b30-9739-4c24a3533425"/>
    <xsd:import namespace="8fce7d85-8d8d-4fca-b2f0-fe43a4d368b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7188c46-9be3-4b30-9739-4c24a35334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3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ffc78bd8-db31-4712-a006-2d951f62dd8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fce7d85-8d8d-4fca-b2f0-fe43a4d368bb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399c5260-5558-4b31-b29d-c54a01945d3a}" ma:internalName="TaxCatchAll" ma:showField="CatchAllData" ma:web="8fce7d85-8d8d-4fca-b2f0-fe43a4d368b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fce7d85-8d8d-4fca-b2f0-fe43a4d368bb" xsi:nil="true"/>
    <lcf76f155ced4ddcb4097134ff3c332f xmlns="b7188c46-9be3-4b30-9739-4c24a3533425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588BE9E-A692-4CAE-A522-AFA3776CD1ED}">
  <ds:schemaRefs>
    <ds:schemaRef ds:uri="8fce7d85-8d8d-4fca-b2f0-fe43a4d368bb"/>
    <ds:schemaRef ds:uri="b7188c46-9be3-4b30-9739-4c24a353342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D81C1633-800C-49A1-B5C6-B24C04AC600E}">
  <ds:schemaRefs>
    <ds:schemaRef ds:uri="8fce7d85-8d8d-4fca-b2f0-fe43a4d368bb"/>
    <ds:schemaRef ds:uri="b7188c46-9be3-4b30-9739-4c24a353342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00CBB35F-53FC-4076-8459-961BE0C9D4D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d38901aa-f724-46bf-bb4f-aef09392934b}" enabled="1" method="Privileged" siteId="{eb06985d-06ca-4a17-81da-629ab99f650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NI - Emerson 2024</Template>
  <TotalTime>341</TotalTime>
  <Words>164</Words>
  <Application>Microsoft Office PowerPoint</Application>
  <PresentationFormat>Egyéni</PresentationFormat>
  <Paragraphs>67</Paragraphs>
  <Slides>17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2" baseType="lpstr">
      <vt:lpstr>Noto Sans Black</vt:lpstr>
      <vt:lpstr>Arial Black</vt:lpstr>
      <vt:lpstr>Arial</vt:lpstr>
      <vt:lpstr>Arial Narrow</vt:lpstr>
      <vt:lpstr>NI Template 2023</vt:lpstr>
      <vt:lpstr>ADAS UX Library</vt:lpstr>
      <vt:lpstr>Components</vt:lpstr>
      <vt:lpstr>String</vt:lpstr>
      <vt:lpstr>Numeric</vt:lpstr>
      <vt:lpstr>Combo Box, Ring</vt:lpstr>
      <vt:lpstr>Array</vt:lpstr>
      <vt:lpstr>Path</vt:lpstr>
      <vt:lpstr>Button</vt:lpstr>
      <vt:lpstr>Interfaces Name (Devices) </vt:lpstr>
      <vt:lpstr>Checkbox, Radio button, Status / Result, Boolean, Icons</vt:lpstr>
      <vt:lpstr>Error</vt:lpstr>
      <vt:lpstr>Tab Control </vt:lpstr>
      <vt:lpstr>Image display</vt:lpstr>
      <vt:lpstr>Table</vt:lpstr>
      <vt:lpstr>Filter String</vt:lpstr>
      <vt:lpstr>VI Icon Definition for Measurement Plugins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Rigo, Peter</dc:creator>
  <cp:lastModifiedBy>Rigo, Peter</cp:lastModifiedBy>
  <cp:revision>3</cp:revision>
  <dcterms:created xsi:type="dcterms:W3CDTF">2025-11-13T14:18:26Z</dcterms:created>
  <dcterms:modified xsi:type="dcterms:W3CDTF">2025-11-25T09:17:17Z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38901aa-f724-46bf-bb4f-aef09392934b_Enabled">
    <vt:lpwstr>true</vt:lpwstr>
  </property>
  <property fmtid="{D5CDD505-2E9C-101B-9397-08002B2CF9AE}" pid="3" name="MSIP_Label_d38901aa-f724-46bf-bb4f-aef09392934b_SetDate">
    <vt:lpwstr>2023-03-15T18:55:49Z</vt:lpwstr>
  </property>
  <property fmtid="{D5CDD505-2E9C-101B-9397-08002B2CF9AE}" pid="4" name="MSIP_Label_d38901aa-f724-46bf-bb4f-aef09392934b_Method">
    <vt:lpwstr>Standard</vt:lpwstr>
  </property>
  <property fmtid="{D5CDD505-2E9C-101B-9397-08002B2CF9AE}" pid="5" name="MSIP_Label_d38901aa-f724-46bf-bb4f-aef09392934b_Name">
    <vt:lpwstr>Internal - No Label</vt:lpwstr>
  </property>
  <property fmtid="{D5CDD505-2E9C-101B-9397-08002B2CF9AE}" pid="6" name="MSIP_Label_d38901aa-f724-46bf-bb4f-aef09392934b_SiteId">
    <vt:lpwstr>eb06985d-06ca-4a17-81da-629ab99f6505</vt:lpwstr>
  </property>
  <property fmtid="{D5CDD505-2E9C-101B-9397-08002B2CF9AE}" pid="7" name="MSIP_Label_d38901aa-f724-46bf-bb4f-aef09392934b_ActionId">
    <vt:lpwstr>240b1d52-07cf-4687-856f-0816d0207de8</vt:lpwstr>
  </property>
  <property fmtid="{D5CDD505-2E9C-101B-9397-08002B2CF9AE}" pid="8" name="MSIP_Label_d38901aa-f724-46bf-bb4f-aef09392934b_ContentBits">
    <vt:lpwstr>0</vt:lpwstr>
  </property>
  <property fmtid="{D5CDD505-2E9C-101B-9397-08002B2CF9AE}" pid="9" name="ContentTypeId">
    <vt:lpwstr>0x0101001D8B3011FB130543A8AA1CB1892243DF</vt:lpwstr>
  </property>
  <property fmtid="{D5CDD505-2E9C-101B-9397-08002B2CF9AE}" pid="10" name="MediaServiceImageTags">
    <vt:lpwstr/>
  </property>
  <property fmtid="{D5CDD505-2E9C-101B-9397-08002B2CF9AE}" pid="11" name="ClassificationContentMarkingFooterLocations">
    <vt:lpwstr>NI Template 2023:7</vt:lpwstr>
  </property>
  <property fmtid="{D5CDD505-2E9C-101B-9397-08002B2CF9AE}" pid="12" name="ClassificationContentMarkingFooterText">
    <vt:lpwstr>RESTRICTED - NI CONFIDENTIAL</vt:lpwstr>
  </property>
  <property fmtid="{D5CDD505-2E9C-101B-9397-08002B2CF9AE}" pid="13" name="MSIP_Label_99647686-916c-42a1-98d6-743a581ebab3_Enabled">
    <vt:lpwstr>true</vt:lpwstr>
  </property>
  <property fmtid="{D5CDD505-2E9C-101B-9397-08002B2CF9AE}" pid="14" name="MSIP_Label_99647686-916c-42a1-98d6-743a581ebab3_SetDate">
    <vt:lpwstr>2024-04-23T18:33:40Z</vt:lpwstr>
  </property>
  <property fmtid="{D5CDD505-2E9C-101B-9397-08002B2CF9AE}" pid="15" name="MSIP_Label_99647686-916c-42a1-98d6-743a581ebab3_Method">
    <vt:lpwstr>Privileged</vt:lpwstr>
  </property>
  <property fmtid="{D5CDD505-2E9C-101B-9397-08002B2CF9AE}" pid="16" name="MSIP_Label_99647686-916c-42a1-98d6-743a581ebab3_Name">
    <vt:lpwstr>Public</vt:lpwstr>
  </property>
  <property fmtid="{D5CDD505-2E9C-101B-9397-08002B2CF9AE}" pid="17" name="MSIP_Label_99647686-916c-42a1-98d6-743a581ebab3_SiteId">
    <vt:lpwstr>87ba1f9a-44cd-43a6-b008-6fdb45a5204e</vt:lpwstr>
  </property>
  <property fmtid="{D5CDD505-2E9C-101B-9397-08002B2CF9AE}" pid="18" name="MSIP_Label_99647686-916c-42a1-98d6-743a581ebab3_ActionId">
    <vt:lpwstr>23fa14d4-e37c-4fa2-9781-b4cfddf60abd</vt:lpwstr>
  </property>
  <property fmtid="{D5CDD505-2E9C-101B-9397-08002B2CF9AE}" pid="19" name="MSIP_Label_99647686-916c-42a1-98d6-743a581ebab3_ContentBits">
    <vt:lpwstr>0</vt:lpwstr>
  </property>
</Properties>
</file>