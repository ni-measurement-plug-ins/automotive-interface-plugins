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147377664" r:id="rId5"/>
    <p:sldId id="2147377627" r:id="rId6"/>
    <p:sldId id="2147377671" r:id="rId7"/>
    <p:sldId id="2147377668" r:id="rId8"/>
    <p:sldId id="2147377674" r:id="rId9"/>
    <p:sldId id="2147377673" r:id="rId10"/>
    <p:sldId id="2147377672" r:id="rId11"/>
    <p:sldId id="2147377670" r:id="rId12"/>
    <p:sldId id="2147377667" r:id="rId13"/>
    <p:sldId id="2147377675" r:id="rId14"/>
    <p:sldId id="2147377676" r:id="rId15"/>
    <p:sldId id="2147377677" r:id="rId16"/>
    <p:sldId id="2147377666" r:id="rId17"/>
    <p:sldId id="2147377678" r:id="rId18"/>
    <p:sldId id="2147377679" r:id="rId19"/>
    <p:sldId id="2147377665" r:id="rId20"/>
    <p:sldId id="2147377623" r:id="rId21"/>
  </p:sldIdLst>
  <p:sldSz cx="14630400" cy="82296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Arial Narrow" panose="020B0606020202030204" pitchFamily="34" charset="0"/>
      <p:regular r:id="rId25"/>
      <p:bold r:id="rId26"/>
      <p:italic r:id="rId27"/>
      <p:boldItalic r:id="rId28"/>
    </p:embeddedFont>
    <p:embeddedFont>
      <p:font typeface="Noto Sans Black" panose="020B0502040504020204" pitchFamily="34" charset="0"/>
      <p:bold r:id="rId29"/>
      <p:boldItalic r:id="rId30"/>
    </p:embeddedFont>
  </p:embeddedFontLst>
  <p:defaultTextStyle>
    <a:defPPr>
      <a:defRPr lang="en-US"/>
    </a:defPPr>
    <a:lvl1pPr marL="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Your Presentation" id="{1D1DBB47-3631-493D-8052-4295061ED2D4}">
          <p14:sldIdLst/>
        </p14:section>
        <p14:section name="Design Tips" id="{6D75B5CC-201A-423B-A35D-6487C393B7F2}">
          <p14:sldIdLst>
            <p14:sldId id="2147377664"/>
            <p14:sldId id="2147377627"/>
            <p14:sldId id="2147377671"/>
            <p14:sldId id="2147377668"/>
            <p14:sldId id="2147377674"/>
            <p14:sldId id="2147377673"/>
            <p14:sldId id="2147377672"/>
            <p14:sldId id="2147377670"/>
            <p14:sldId id="2147377667"/>
            <p14:sldId id="2147377675"/>
            <p14:sldId id="2147377676"/>
            <p14:sldId id="2147377677"/>
            <p14:sldId id="2147377666"/>
            <p14:sldId id="2147377678"/>
            <p14:sldId id="2147377679"/>
            <p14:sldId id="2147377665"/>
            <p14:sldId id="2147377623"/>
          </p14:sldIdLst>
        </p14:section>
        <p14:section name="Cover and Closing Options" id="{81639BAB-6CD1-453F-9E80-38086C016215}">
          <p14:sldIdLst/>
        </p14:section>
        <p14:section name="Dividers" id="{54A50BB2-ADA3-468A-943D-C76F36A25563}">
          <p14:sldIdLst/>
        </p14:section>
        <p14:section name="Sample Content Slides" id="{C53FE4FE-04DC-485A-8AE5-74070F8101E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65">
          <p15:clr>
            <a:srgbClr val="A4A3A4"/>
          </p15:clr>
        </p15:guide>
        <p15:guide id="2" orient="horz" pos="3450">
          <p15:clr>
            <a:srgbClr val="A4A3A4"/>
          </p15:clr>
        </p15:guide>
        <p15:guide id="3" orient="horz" pos="1006">
          <p15:clr>
            <a:srgbClr val="A4A3A4"/>
          </p15:clr>
        </p15:guide>
        <p15:guide id="4" orient="horz" pos="1640">
          <p15:clr>
            <a:srgbClr val="A4A3A4"/>
          </p15:clr>
        </p15:guide>
        <p15:guide id="5" pos="4608">
          <p15:clr>
            <a:srgbClr val="A4A3A4"/>
          </p15:clr>
        </p15:guide>
        <p15:guide id="6" pos="317">
          <p15:clr>
            <a:srgbClr val="A4A3A4"/>
          </p15:clr>
        </p15:guide>
        <p15:guide id="7" pos="88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Szerző" initials="S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3C"/>
    <a:srgbClr val="003325"/>
    <a:srgbClr val="7BCF8B"/>
    <a:srgbClr val="E25B39"/>
    <a:srgbClr val="7CCF8B"/>
    <a:srgbClr val="E35B39"/>
    <a:srgbClr val="1B2552"/>
    <a:srgbClr val="004B8D"/>
    <a:srgbClr val="000000"/>
    <a:srgbClr val="1B2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24FBA-4C7C-4DAA-A4E8-4CCFE207B12F}" v="31" dt="2025-11-18T07:51:56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738" y="102"/>
      </p:cViewPr>
      <p:guideLst>
        <p:guide orient="horz" pos="2365"/>
        <p:guide orient="horz" pos="3450"/>
        <p:guide orient="horz" pos="1006"/>
        <p:guide orient="horz" pos="1640"/>
        <p:guide pos="4608"/>
        <p:guide pos="317"/>
        <p:guide pos="88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0579D-5412-4EB9-B8AE-311FD3997FBC}" type="datetimeFigureOut">
              <a:rPr lang="en-US" smtClean="0">
                <a:latin typeface="Arial" panose="020B0604020202020204" pitchFamily="34" charset="0"/>
              </a:rPr>
              <a:t>11/18/2025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5AC85-F1B1-4669-8DB4-7B0070B084B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776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EA5B416-5F0F-4485-8D14-92CEBB19703D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06B116C-1CAD-49E2-B44E-AB4A995DEB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5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3152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46304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219456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92608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65760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5254" y="0"/>
            <a:ext cx="5415146" cy="723015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318635"/>
            <a:ext cx="6367654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2955782"/>
            <a:ext cx="6367654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8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6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1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478913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1755350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9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1264976"/>
            <a:ext cx="13262847" cy="1276437"/>
          </a:xfrm>
        </p:spPr>
        <p:txBody>
          <a:bodyPr lIns="91440">
            <a:noAutofit/>
          </a:bodyPr>
          <a:lstStyle>
            <a:lvl1pPr algn="r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0265" y="2541413"/>
            <a:ext cx="10476358" cy="910340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6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310" y="5514051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1" y="6790488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3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3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9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2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2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6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8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8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6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2036829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238" y="2909795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7" y="3782761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237" y="465572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7" y="5528693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37" y="640165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4493" y="2036829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4493" y="2909795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492" y="3782761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4492" y="465572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4492" y="5528693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4492" y="640165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89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76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9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6666188" cy="5969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0973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0974" y="1960631"/>
            <a:ext cx="6666188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80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8898" y="801451"/>
            <a:ext cx="8958263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899" y="2145118"/>
            <a:ext cx="8958263" cy="5170082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0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37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516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F8B6F9-70E2-DC92-6A96-A82D7F4A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802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1960631"/>
            <a:ext cx="13623926" cy="524769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04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52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18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09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42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0"/>
            <a:ext cx="377149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425146" y="2298700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5"/>
            <a:ext cx="3771490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5425146" y="3230815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1323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58512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2300767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230814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371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6" y="2600325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725" indent="0">
              <a:lnSpc>
                <a:spcPct val="150000"/>
              </a:lnSpc>
              <a:buNone/>
              <a:defRPr sz="2000"/>
            </a:lvl2pPr>
            <a:lvl3pPr marL="688975" indent="0">
              <a:lnSpc>
                <a:spcPct val="150000"/>
              </a:lnSpc>
              <a:buNone/>
              <a:defRPr sz="2000"/>
            </a:lvl3pPr>
            <a:lvl4pPr marL="976312" indent="0">
              <a:lnSpc>
                <a:spcPct val="150000"/>
              </a:lnSpc>
              <a:buNone/>
              <a:defRPr sz="2000"/>
            </a:lvl4pPr>
            <a:lvl5pPr marL="1314450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7514" y="1943100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5" y="5819685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5" y="6158867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1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5" y="1943100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05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0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0" y="2074470"/>
            <a:ext cx="8604349" cy="4737885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2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7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3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45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59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2" y="5699765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2" y="6038947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0" y="1417244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0" y="1417245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92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Táblázat beszúrásához kattintson az ikonra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337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86" y="2340350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86" y="2886393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38" y="2432749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86" y="4596722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86" y="5142765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38" y="4689121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4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616687"/>
            <a:ext cx="4302678" cy="729227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6"/>
            <a:ext cx="3060250" cy="1348193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725" indent="0">
              <a:buNone/>
              <a:defRPr sz="2800"/>
            </a:lvl2pPr>
            <a:lvl3pPr marL="688975" indent="0">
              <a:buNone/>
              <a:defRPr sz="2800"/>
            </a:lvl3pPr>
            <a:lvl4pPr marL="976312" indent="0">
              <a:buNone/>
              <a:defRPr sz="2800"/>
            </a:lvl4pPr>
            <a:lvl5pPr marL="1314450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03233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4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7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0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3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4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7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0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4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7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59" y="919031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u-HU"/>
              <a:t>Kép beszúrásához kattintson az ikonra</a:t>
            </a:r>
            <a:endParaRPr lang="en-US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49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0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35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 userDrawn="1"/>
        </p:nvSpPr>
        <p:spPr>
          <a:xfrm>
            <a:off x="9706770" y="1714500"/>
            <a:ext cx="492363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8713913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8713913" cy="383105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Diagram beszúrásához kattintson az ikonra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1994359"/>
            <a:ext cx="415822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045239"/>
            <a:ext cx="4158220" cy="383105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968942" y="2900583"/>
            <a:ext cx="41582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12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1362392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13623924" cy="383105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Diagram beszúrásához kattintson az ikonra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24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9B7C343-9278-D462-40D5-EBDFE3A2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2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 userDrawn="1"/>
        </p:nvSpPr>
        <p:spPr bwMode="auto">
          <a:xfrm>
            <a:off x="0" y="0"/>
            <a:ext cx="14630400" cy="7434470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541176" y="1081750"/>
            <a:ext cx="135480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72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6600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237" y="329565"/>
            <a:ext cx="13623925" cy="1016350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7" y="1597026"/>
            <a:ext cx="13623926" cy="562133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CD1BD-900A-1A6F-2F38-79EDEEF8751C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9CA715-8D56-4F91-24BE-86E7EF448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9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50" r:id="rId2"/>
    <p:sldLayoutId id="2147483851" r:id="rId3"/>
    <p:sldLayoutId id="2147483751" r:id="rId4"/>
    <p:sldLayoutId id="2147483836" r:id="rId5"/>
    <p:sldLayoutId id="2147483837" r:id="rId6"/>
    <p:sldLayoutId id="2147483852" r:id="rId7"/>
    <p:sldLayoutId id="2147483861" r:id="rId8"/>
    <p:sldLayoutId id="2147483754" r:id="rId9"/>
    <p:sldLayoutId id="2147483767" r:id="rId10"/>
    <p:sldLayoutId id="2147483860" r:id="rId11"/>
    <p:sldLayoutId id="2147483826" r:id="rId12"/>
    <p:sldLayoutId id="2147483839" r:id="rId13"/>
    <p:sldLayoutId id="2147483650" r:id="rId14"/>
    <p:sldLayoutId id="2147483867" r:id="rId15"/>
    <p:sldLayoutId id="2147483847" r:id="rId16"/>
    <p:sldLayoutId id="2147483656" r:id="rId17"/>
    <p:sldLayoutId id="2147483842" r:id="rId18"/>
    <p:sldLayoutId id="2147483863" r:id="rId19"/>
    <p:sldLayoutId id="2147483848" r:id="rId20"/>
    <p:sldLayoutId id="2147483849" r:id="rId21"/>
    <p:sldLayoutId id="2147483703" r:id="rId22"/>
    <p:sldLayoutId id="2147483864" r:id="rId23"/>
    <p:sldLayoutId id="2147483865" r:id="rId24"/>
    <p:sldLayoutId id="2147483866" r:id="rId25"/>
    <p:sldLayoutId id="2147483843" r:id="rId26"/>
    <p:sldLayoutId id="2147483853" r:id="rId27"/>
    <p:sldLayoutId id="2147483855" r:id="rId28"/>
    <p:sldLayoutId id="2147483856" r:id="rId29"/>
    <p:sldLayoutId id="2147483844" r:id="rId30"/>
    <p:sldLayoutId id="2147483845" r:id="rId31"/>
    <p:sldLayoutId id="2147483831" r:id="rId32"/>
    <p:sldLayoutId id="2147483857" r:id="rId33"/>
    <p:sldLayoutId id="2147483676" r:id="rId34"/>
    <p:sldLayoutId id="2147483862" r:id="rId35"/>
  </p:sldLayoutIdLst>
  <p:hf sldNum="0" hdr="0" ftr="0" dt="0"/>
  <p:txStyles>
    <p:titleStyle>
      <a:lvl1pPr algn="l" defTabSz="1463040" rtl="0" eaLnBrk="1" latinLnBrk="0" hangingPunct="1">
        <a:spcBef>
          <a:spcPct val="0"/>
        </a:spcBef>
        <a:buNone/>
        <a:defRPr lang="en-US" sz="3000" kern="1200" cap="none" baseline="0" dirty="0">
          <a:solidFill>
            <a:schemeClr val="accent3"/>
          </a:solidFill>
          <a:latin typeface="+mj-lt"/>
          <a:ea typeface="Times" pitchFamily="2" charset="0"/>
          <a:cs typeface="Times" pitchFamily="2" charset="0"/>
        </a:defRPr>
      </a:lvl1pPr>
    </p:titleStyle>
    <p:bodyStyle>
      <a:lvl1pPr marL="225425" indent="-225425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tabLst>
          <a:tab pos="225425" algn="l"/>
        </a:tabLst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1pPr>
      <a:lvl2pPr marL="627063" indent="-287338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2pPr>
      <a:lvl3pPr marL="914400" indent="-225425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3pPr>
      <a:lvl4pPr marL="1254125" indent="-277813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4pPr>
      <a:lvl5pPr marL="1541463" indent="-227013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5pPr>
      <a:lvl6pPr marL="402336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2E26-CEE8-2BAA-2F5E-76860686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777" y="1318635"/>
            <a:ext cx="5835776" cy="1276437"/>
          </a:xfrm>
        </p:spPr>
        <p:txBody>
          <a:bodyPr/>
          <a:lstStyle/>
          <a:p>
            <a:r>
              <a:rPr lang="hu-HU" dirty="0"/>
              <a:t>ADAS UX </a:t>
            </a:r>
            <a:r>
              <a:rPr lang="hu-HU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CBEA8-CE53-56FA-C381-CCD0F6F8A7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3776" y="2955782"/>
            <a:ext cx="7507403" cy="1070652"/>
          </a:xfrm>
        </p:spPr>
        <p:txBody>
          <a:bodyPr/>
          <a:lstStyle/>
          <a:p>
            <a:r>
              <a:rPr lang="hu-HU" b="0" i="0" dirty="0" err="1">
                <a:effectLst/>
                <a:latin typeface="+mn-lt"/>
              </a:rPr>
              <a:t>LabVIEW</a:t>
            </a:r>
            <a:r>
              <a:rPr lang="hu-HU" b="0" i="0" dirty="0">
                <a:effectLst/>
                <a:latin typeface="+mn-lt"/>
              </a:rPr>
              <a:t> UI </a:t>
            </a:r>
            <a:r>
              <a:rPr lang="hu-HU" b="0" i="0" dirty="0" err="1">
                <a:effectLst/>
                <a:latin typeface="+mn-lt"/>
              </a:rPr>
              <a:t>components</a:t>
            </a:r>
            <a:r>
              <a:rPr lang="hu-HU" b="0" i="0" dirty="0">
                <a:effectLst/>
                <a:latin typeface="+mn-lt"/>
              </a:rPr>
              <a:t> </a:t>
            </a:r>
            <a:r>
              <a:rPr lang="hu-HU" b="0" i="0" dirty="0" err="1">
                <a:effectLst/>
                <a:latin typeface="+mn-lt"/>
              </a:rPr>
              <a:t>for</a:t>
            </a:r>
            <a:r>
              <a:rPr lang="hu-HU" b="0" i="0" dirty="0">
                <a:effectLst/>
                <a:latin typeface="+mn-lt"/>
              </a:rPr>
              <a:t> </a:t>
            </a:r>
            <a:r>
              <a:rPr lang="hu-HU" b="0" i="0" dirty="0" err="1">
                <a:effectLst/>
                <a:latin typeface="+mn-lt"/>
              </a:rPr>
              <a:t>Measurement</a:t>
            </a:r>
            <a:r>
              <a:rPr lang="hu-HU" b="0" i="0" dirty="0">
                <a:effectLst/>
                <a:latin typeface="+mn-lt"/>
              </a:rPr>
              <a:t> </a:t>
            </a:r>
            <a:r>
              <a:rPr lang="hu-HU" b="0" i="0" dirty="0" err="1">
                <a:effectLst/>
                <a:latin typeface="+mn-lt"/>
              </a:rPr>
              <a:t>Plug</a:t>
            </a:r>
            <a:r>
              <a:rPr lang="hu-HU" dirty="0" err="1">
                <a:latin typeface="+mn-lt"/>
              </a:rPr>
              <a:t>ins</a:t>
            </a:r>
            <a:endParaRPr lang="en-US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17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64C44-5F0B-54B7-90A6-EE4A8295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ea typeface="Noto Sans Black"/>
                <a:cs typeface="Noto Sans Black"/>
              </a:rPr>
              <a:t>Components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51D45-C112-E8F3-FD82-1B886286A4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87808" y="2494728"/>
            <a:ext cx="5959036" cy="101635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Tables</a:t>
            </a:r>
            <a:endParaRPr lang="hu-H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Filtering Control (tokenize the user input and parsing)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A76EE-632A-6C9C-DC5F-EC8A0781B2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4582" y="2536343"/>
            <a:ext cx="4737791" cy="3491862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Status (String)</a:t>
            </a:r>
            <a:endParaRPr lang="hu-H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User Input for strings</a:t>
            </a:r>
            <a:endParaRPr lang="hu-H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Path control (files)</a:t>
            </a:r>
            <a:endParaRPr lang="hu-H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Buttons for actions</a:t>
            </a:r>
            <a:endParaRPr lang="hu-H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Interfaces Name (devices)</a:t>
            </a:r>
            <a:endParaRPr lang="hu-H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Boolean indicators for connection status</a:t>
            </a:r>
            <a:endParaRPr lang="hu-H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Image display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CFE6CF9-8924-6E5C-650D-83A2EA8662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34837" y="2028720"/>
            <a:ext cx="2545157" cy="509587"/>
          </a:xfrm>
        </p:spPr>
        <p:txBody>
          <a:bodyPr/>
          <a:lstStyle/>
          <a:p>
            <a:r>
              <a:rPr lang="hu-HU" dirty="0"/>
              <a:t>Jesse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3AAB0C-DAF3-E089-E1C1-C9B121F43EC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3237" y="2028720"/>
            <a:ext cx="2737258" cy="509587"/>
          </a:xfrm>
        </p:spPr>
        <p:txBody>
          <a:bodyPr/>
          <a:lstStyle/>
          <a:p>
            <a:r>
              <a:rPr lang="hu-HU" dirty="0"/>
              <a:t>Attila</a:t>
            </a:r>
            <a:endParaRPr lang="en-US" dirty="0"/>
          </a:p>
          <a:p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D0A98F4-A9A8-79EA-51D5-BB38C39692C6}"/>
              </a:ext>
            </a:extLst>
          </p:cNvPr>
          <p:cNvSpPr txBox="1">
            <a:spLocks/>
          </p:cNvSpPr>
          <p:nvPr/>
        </p:nvSpPr>
        <p:spPr>
          <a:xfrm>
            <a:off x="7687808" y="4858212"/>
            <a:ext cx="2488018" cy="509587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r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225425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627063" indent="-287338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914400" indent="-225425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1254125" indent="-277813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1541463" indent="-227013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402336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VI Icon Definition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C0F22794-6BC1-5355-15A1-BC329F979A37}"/>
              </a:ext>
            </a:extLst>
          </p:cNvPr>
          <p:cNvSpPr txBox="1">
            <a:spLocks/>
          </p:cNvSpPr>
          <p:nvPr/>
        </p:nvSpPr>
        <p:spPr>
          <a:xfrm>
            <a:off x="7134837" y="4386243"/>
            <a:ext cx="2737259" cy="509587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>
            <a:lvl1pPr marL="0" indent="0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225425" algn="l"/>
              </a:tabLst>
              <a:defRPr sz="1600" b="0" kern="120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627063" indent="-287338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914400" indent="-225425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1254125" indent="-277813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1541463" indent="-227013" algn="l" defTabSz="14630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402336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14630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Peter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1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6F14A-9F1B-54F9-6496-F95EED5E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D92B81-9CE2-DA3A-1C31-B41D8208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String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189F038-1222-49FF-08B2-4B55E90E8768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6D2E2EE-23D9-B802-72BD-372E3F29A0C8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6C1DF1A-0F6B-845D-4F23-936DAB12A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2874996"/>
            <a:ext cx="4553585" cy="276263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F3C199F-4128-9665-C528-7007962DF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722" y="2894049"/>
            <a:ext cx="4486901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1B08-BE9D-B4E8-0715-C642A0F9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EDFBC9-F529-0881-0D2A-C0E2BD61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hu-HU" dirty="0" err="1"/>
              <a:t>umeric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CCBA6FD-64C7-7607-52C3-5D50E40AD9C1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BDC4442-6F2D-77AB-3CF6-B98664BFC3F7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8432050-833F-B181-516C-A7811343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22" y="2658567"/>
            <a:ext cx="2943636" cy="384863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61E567E0-FF7C-9222-F88B-CE540D2D0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537" y="2658567"/>
            <a:ext cx="3172268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2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1E7E-4038-37CA-A5D1-BE3F4C8B8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1E2C42-EE1A-ACEB-0681-5D6D06E6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Combo</a:t>
            </a:r>
            <a:r>
              <a:rPr lang="hu-HU" dirty="0"/>
              <a:t> </a:t>
            </a:r>
            <a:r>
              <a:rPr lang="hu-HU" dirty="0" err="1"/>
              <a:t>Box</a:t>
            </a:r>
            <a:r>
              <a:rPr lang="hu-HU" dirty="0"/>
              <a:t>, Ring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CED54C4-7C02-774C-72B2-EAF40DC722E6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DD2C7D3-C473-E66A-6709-93C8B2130C63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6B40917-C399-9446-B789-20FB2639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22" y="2737688"/>
            <a:ext cx="1733792" cy="99073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6F63FB8-3308-ACE8-6FF9-62739494D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29" y="4501175"/>
            <a:ext cx="6963747" cy="231489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E2052DCE-076F-E687-AC45-3363B9EE2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0076" y="2737688"/>
            <a:ext cx="1810003" cy="1076475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FFD2CF92-2DE9-E7E7-4F9B-0E2584CE1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326" y="4501175"/>
            <a:ext cx="6954220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3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8583A-4678-CE15-9498-86C3D627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21910E-F330-361E-B427-93BDE79E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Array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E37CAD8-4C13-247C-EB78-4F353BE41B0E}"/>
              </a:ext>
            </a:extLst>
          </p:cNvPr>
          <p:cNvSpPr txBox="1"/>
          <p:nvPr/>
        </p:nvSpPr>
        <p:spPr>
          <a:xfrm>
            <a:off x="559788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20B3C7F-7317-46E8-C2D2-FD2641ED3E52}"/>
              </a:ext>
            </a:extLst>
          </p:cNvPr>
          <p:cNvSpPr txBox="1"/>
          <p:nvPr/>
        </p:nvSpPr>
        <p:spPr>
          <a:xfrm>
            <a:off x="559788" y="4612309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7E6AFC4-659A-8737-0256-AEFF8D29C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236" y="1970314"/>
            <a:ext cx="7744906" cy="241016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6487203-EB07-0635-22DD-56E3C97BE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973" y="4612309"/>
            <a:ext cx="7840169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1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60583-6538-F56A-3BEB-C4D274C5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5BF469-27D3-1B3F-7A36-AB82C67B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Path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643B4DF-218E-C97B-670E-2B44E1C69EAE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0E3245D-DF41-E378-9885-10811FDD0EA6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D6EC0C19-1AAC-518F-BE4A-3F7207C3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22" y="2623844"/>
            <a:ext cx="4525006" cy="420111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2EF4A98-671E-778F-0023-87DBB04A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524" y="2614317"/>
            <a:ext cx="4391638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69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C22B-D331-1C0D-6B75-6DFFBE3C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6B53EE-727E-BC22-941A-C3066364F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Button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76F692C-2F6C-A959-844D-670B112D2B21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D99B212-6427-FA62-CAEF-D9AB2010049C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B85AB98-7808-5FED-717A-CB1D80416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3686083"/>
            <a:ext cx="6592220" cy="131463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C386BBF-9E1E-811D-9031-B28775A7D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7" y="3686083"/>
            <a:ext cx="6420746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21A559-6E99-73AA-6917-F35C1A6A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Name</a:t>
            </a:r>
            <a:r>
              <a:rPr lang="hu-HU" dirty="0"/>
              <a:t> (</a:t>
            </a:r>
            <a:r>
              <a:rPr lang="hu-HU" dirty="0" err="1"/>
              <a:t>Devices</a:t>
            </a:r>
            <a:r>
              <a:rPr lang="hu-HU" dirty="0"/>
              <a:t>)</a:t>
            </a:r>
            <a:r>
              <a:rPr lang="en-US" dirty="0"/>
              <a:t>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2F15CB8-D574-7CD2-BB75-D9423C06C6DA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9436873-F36C-CAB7-2882-11FD30E33D88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C466C4E-DD7E-50F1-BDD0-A7CE4F32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0" y="2744389"/>
            <a:ext cx="4667901" cy="245779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092CCCC3-F3E7-133D-2704-42482B69C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9" y="2744389"/>
            <a:ext cx="4763165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6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BF336-55CC-0000-C9F5-D9A7CA63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033CED-C9BB-73AB-8F5E-338EAD22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Checkbox</a:t>
            </a:r>
            <a:r>
              <a:rPr lang="hu-HU" dirty="0"/>
              <a:t>, </a:t>
            </a:r>
            <a:r>
              <a:rPr lang="hu-HU" dirty="0" err="1"/>
              <a:t>Radio</a:t>
            </a:r>
            <a:r>
              <a:rPr lang="hu-HU" dirty="0"/>
              <a:t> </a:t>
            </a:r>
            <a:r>
              <a:rPr lang="hu-HU" dirty="0" err="1"/>
              <a:t>button</a:t>
            </a:r>
            <a:r>
              <a:rPr lang="hu-HU" dirty="0"/>
              <a:t>, Status / </a:t>
            </a:r>
            <a:r>
              <a:rPr lang="hu-HU" dirty="0" err="1"/>
              <a:t>Result</a:t>
            </a:r>
            <a:r>
              <a:rPr lang="hu-HU" dirty="0"/>
              <a:t>, Boolean, </a:t>
            </a:r>
            <a:r>
              <a:rPr lang="hu-HU" dirty="0" err="1"/>
              <a:t>Icons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CBC9030-231A-4FAE-BEE2-9C31AAE0133E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12BF435-FBF4-C4CA-0866-6781AE46FBE2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7F8E002-BB39-D44E-3BD1-658EA5FB2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540" y="3012830"/>
            <a:ext cx="5992061" cy="279121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942490B-AF76-AFA3-95D7-9F3ACF305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11" y="2980173"/>
            <a:ext cx="5744377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82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D387-8284-7442-9409-AB546C51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696D99-525A-8CB5-6DF7-027F4D05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Error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08EEB15-AF49-9434-1AD1-558B9E49BB93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B97B6A7-9EC4-CC89-6052-528AD6864A65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00456D9-CD7F-FBC7-4121-030730B3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425" y="3043532"/>
            <a:ext cx="2829320" cy="1829055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AF52B115-C973-14A5-AD16-102C9F972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73" y="3043532"/>
            <a:ext cx="2753109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47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9021-DDC3-660C-E66A-C5EC3E83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893DCD-9A74-223F-90E2-78DE6364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Tab </a:t>
            </a:r>
            <a:r>
              <a:rPr lang="hu-HU" dirty="0" err="1"/>
              <a:t>Control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AF1738C-3BE2-CFC6-0395-195D6EE7B6B1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16EDB02-ABC1-6185-5BC0-503FDECC1188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0DDB1FA-7823-ABCE-5F85-8742ABF6C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746" y="3043532"/>
            <a:ext cx="2210108" cy="169568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EF7FDE4-757E-B008-7B21-5DF26AB1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9" y="3043532"/>
            <a:ext cx="229584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51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B55B0E-0B1C-4373-BD67-2539A35D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Image display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F11C80D-A355-C151-BCB6-1282209730FF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5B8AB53-7B42-2A2A-8130-567C80408178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3E331825-EA2A-23AD-F25B-A970887C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08" y="2431978"/>
            <a:ext cx="5505677" cy="433907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DDC28CE-CBBB-C10A-5A14-57B627497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500" y="2431978"/>
            <a:ext cx="5505677" cy="428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4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F2C1-6A7A-B02C-5C08-8DEDC146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D09662-2A70-4C31-D15B-27199FE62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Table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7462982-335D-3C58-96BB-4439F915ACBC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401D019-4267-32E9-1B65-1B1B1270E877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07065F5D-D3F5-00C3-231F-F30C4EBE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416" y="2672859"/>
            <a:ext cx="6601746" cy="3972479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7251FD54-DF68-45B5-E0AD-36D3488E0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" y="2701438"/>
            <a:ext cx="6544588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4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1FA3-A842-6F32-36F2-AA36CCC3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6151A7-7250-582E-6D87-492CDEDB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Filter </a:t>
            </a:r>
            <a:r>
              <a:rPr lang="hu-HU" dirty="0" err="1"/>
              <a:t>String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1909591-64E3-AB4B-0DFB-0053FD5A59CF}"/>
              </a:ext>
            </a:extLst>
          </p:cNvPr>
          <p:cNvSpPr txBox="1"/>
          <p:nvPr/>
        </p:nvSpPr>
        <p:spPr>
          <a:xfrm>
            <a:off x="631371" y="197031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LabVIEW</a:t>
            </a:r>
            <a:endParaRPr lang="en-US" sz="2400" dirty="0" err="1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044D0B4-2935-4127-3EF4-9C37C3358C21}"/>
              </a:ext>
            </a:extLst>
          </p:cNvPr>
          <p:cNvSpPr txBox="1"/>
          <p:nvPr/>
        </p:nvSpPr>
        <p:spPr>
          <a:xfrm>
            <a:off x="6716485" y="1963891"/>
            <a:ext cx="259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/>
              <a:t>Instrument</a:t>
            </a:r>
            <a:r>
              <a:rPr lang="hu-HU" sz="2400" dirty="0"/>
              <a:t> </a:t>
            </a:r>
            <a:r>
              <a:rPr lang="hu-HU" sz="2400" dirty="0" err="1"/>
              <a:t>Studio</a:t>
            </a:r>
            <a:endParaRPr lang="en-US" sz="2400" dirty="0" err="1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6513441-8BE4-9F91-6A25-53DDB8780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458" y="2807786"/>
            <a:ext cx="3658111" cy="67636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7D3432C-FFB0-20DD-A804-9043FCAEB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722" y="2845891"/>
            <a:ext cx="3620005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87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AC3091-C84B-4013-0CB2-71A9B184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/>
            <a:r>
              <a:rPr lang="en-US" dirty="0"/>
              <a:t>VI Icon Definition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Measurement</a:t>
            </a:r>
            <a:r>
              <a:rPr lang="hu-HU" dirty="0"/>
              <a:t> </a:t>
            </a:r>
            <a:r>
              <a:rPr lang="hu-HU" dirty="0" err="1"/>
              <a:t>Plugins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41E637-55F6-E377-7629-086ED9819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72" y="1907551"/>
            <a:ext cx="13623926" cy="5146392"/>
          </a:xfrm>
        </p:spPr>
        <p:txBody>
          <a:bodyPr/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CAN/LIN ​Raw Bus Capture ​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Automotive Ethernet Raw Bus Capture ​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Automotive Vision Acquisition</a:t>
            </a:r>
            <a:endParaRPr lang="hu-HU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I2C Capture Plugin​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NI-Switch​</a:t>
            </a:r>
          </a:p>
          <a:p>
            <a:endParaRPr lang="en-US" dirty="0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7E4716D3-6F85-24EA-A1B9-268F5788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002" y="2967154"/>
            <a:ext cx="304800" cy="3048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7D135223-91BC-44A2-80E0-595BBB377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486" y="2967154"/>
            <a:ext cx="304800" cy="304800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2C810F63-0228-993E-7FE6-ACBDBCF02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002" y="5288143"/>
            <a:ext cx="304800" cy="304800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49E411E7-9F41-EB96-D0E2-30B255CDC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002" y="4514480"/>
            <a:ext cx="304800" cy="304800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E0CB1DD0-5272-20C0-9BE4-D1DBF1B33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002" y="2190065"/>
            <a:ext cx="304800" cy="304800"/>
          </a:xfrm>
          <a:prstGeom prst="rect">
            <a:avLst/>
          </a:prstGeom>
        </p:spPr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551EE42C-4A92-1449-1F9B-70D78E53F3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6" y="2190065"/>
            <a:ext cx="304800" cy="304800"/>
          </a:xfrm>
          <a:prstGeom prst="rect">
            <a:avLst/>
          </a:prstGeom>
        </p:spPr>
      </p:pic>
      <p:pic>
        <p:nvPicPr>
          <p:cNvPr id="33" name="Kép 32">
            <a:extLst>
              <a:ext uri="{FF2B5EF4-FFF2-40B4-BE49-F238E27FC236}">
                <a16:creationId xmlns:a16="http://schemas.microsoft.com/office/drawing/2014/main" id="{AEB0CC12-515E-36A4-1C5E-266045E23C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1485" y="5288143"/>
            <a:ext cx="304800" cy="304800"/>
          </a:xfrm>
          <a:prstGeom prst="rect">
            <a:avLst/>
          </a:prstGeom>
        </p:spPr>
      </p:pic>
      <p:pic>
        <p:nvPicPr>
          <p:cNvPr id="35" name="Kép 34">
            <a:extLst>
              <a:ext uri="{FF2B5EF4-FFF2-40B4-BE49-F238E27FC236}">
                <a16:creationId xmlns:a16="http://schemas.microsoft.com/office/drawing/2014/main" id="{E316E44D-887A-7BFE-0A5A-501A7D8BB7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3002" y="3736975"/>
            <a:ext cx="304800" cy="304800"/>
          </a:xfrm>
          <a:prstGeom prst="rect">
            <a:avLst/>
          </a:prstGeom>
        </p:spPr>
      </p:pic>
      <p:pic>
        <p:nvPicPr>
          <p:cNvPr id="37" name="Kép 36">
            <a:extLst>
              <a:ext uri="{FF2B5EF4-FFF2-40B4-BE49-F238E27FC236}">
                <a16:creationId xmlns:a16="http://schemas.microsoft.com/office/drawing/2014/main" id="{2C4B6366-B3C7-4FFB-F3EB-6A19F08B0C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1485" y="3740817"/>
            <a:ext cx="304800" cy="304800"/>
          </a:xfrm>
          <a:prstGeom prst="rect">
            <a:avLst/>
          </a:prstGeom>
        </p:spPr>
      </p:pic>
      <p:pic>
        <p:nvPicPr>
          <p:cNvPr id="39" name="Kép 38">
            <a:extLst>
              <a:ext uri="{FF2B5EF4-FFF2-40B4-BE49-F238E27FC236}">
                <a16:creationId xmlns:a16="http://schemas.microsoft.com/office/drawing/2014/main" id="{3C0B041B-2462-0344-E439-14B361E95C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1485" y="451448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05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794773"/>
      </p:ext>
    </p:extLst>
  </p:cSld>
  <p:clrMapOvr>
    <a:masterClrMapping/>
  </p:clrMapOvr>
</p:sld>
</file>

<file path=ppt/theme/theme1.xml><?xml version="1.0" encoding="utf-8"?>
<a:theme xmlns:a="http://schemas.openxmlformats.org/drawingml/2006/main" name="NI Template 2023">
  <a:themeElements>
    <a:clrScheme name="NI - EMR Palette 06-12-24 320">
      <a:dk1>
        <a:srgbClr val="000000"/>
      </a:dk1>
      <a:lt1>
        <a:srgbClr val="FFFFFF"/>
      </a:lt1>
      <a:dk2>
        <a:srgbClr val="004B8D"/>
      </a:dk2>
      <a:lt2>
        <a:srgbClr val="ECECED"/>
      </a:lt2>
      <a:accent1>
        <a:srgbClr val="004B8D"/>
      </a:accent1>
      <a:accent2>
        <a:srgbClr val="00573C"/>
      </a:accent2>
      <a:accent3>
        <a:srgbClr val="1B2552"/>
      </a:accent3>
      <a:accent4>
        <a:srgbClr val="1DB1DE"/>
      </a:accent4>
      <a:accent5>
        <a:srgbClr val="F5D300"/>
      </a:accent5>
      <a:accent6>
        <a:srgbClr val="00AD7C"/>
      </a:accent6>
      <a:hlink>
        <a:srgbClr val="00AD7C"/>
      </a:hlink>
      <a:folHlink>
        <a:srgbClr val="BA1C46"/>
      </a:folHlink>
    </a:clrScheme>
    <a:fontScheme name="EMR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round/>
          <a:headEnd/>
          <a:tailEnd/>
        </a:ln>
        <a:effectLst/>
      </a:spPr>
      <a:bodyPr wrap="square" rtlCol="0" anchor="ctr"/>
      <a:lstStyle>
        <a:defPPr algn="ctr" eaLnBrk="0" fontAlgn="base" hangingPunct="0">
          <a:spcBef>
            <a:spcPct val="0"/>
          </a:spcBef>
          <a:spcAft>
            <a:spcPct val="0"/>
          </a:spcAft>
          <a:defRPr b="1" dirty="0">
            <a:solidFill>
              <a:srgbClr val="FFFFFF"/>
            </a:solidFill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_PPT Template_OCT 2024_FINAL" id="{D4F6084A-D982-4DA9-ACA7-B3F6D0D971E6}" vid="{BEEB913F-3438-4C31-A4A4-3B285030BB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00C030-B628-4C6F-B085-4F22D991206A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8B3011FB130543A8AA1CB1892243DF" ma:contentTypeVersion="13" ma:contentTypeDescription="Create a new document." ma:contentTypeScope="" ma:versionID="ad8ab2b550773af121b0a441603bdc97">
  <xsd:schema xmlns:xsd="http://www.w3.org/2001/XMLSchema" xmlns:xs="http://www.w3.org/2001/XMLSchema" xmlns:p="http://schemas.microsoft.com/office/2006/metadata/properties" xmlns:ns2="b7188c46-9be3-4b30-9739-4c24a3533425" xmlns:ns3="8fce7d85-8d8d-4fca-b2f0-fe43a4d368bb" targetNamespace="http://schemas.microsoft.com/office/2006/metadata/properties" ma:root="true" ma:fieldsID="303b1c4be4526f581165cb4b334b11c1" ns2:_="" ns3:_="">
    <xsd:import namespace="b7188c46-9be3-4b30-9739-4c24a3533425"/>
    <xsd:import namespace="8fce7d85-8d8d-4fca-b2f0-fe43a4d368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188c46-9be3-4b30-9739-4c24a35334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ffc78bd8-db31-4712-a006-2d951f62dd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e7d85-8d8d-4fca-b2f0-fe43a4d368b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399c5260-5558-4b31-b29d-c54a01945d3a}" ma:internalName="TaxCatchAll" ma:showField="CatchAllData" ma:web="8fce7d85-8d8d-4fca-b2f0-fe43a4d368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ce7d85-8d8d-4fca-b2f0-fe43a4d368bb" xsi:nil="true"/>
    <lcf76f155ced4ddcb4097134ff3c332f xmlns="b7188c46-9be3-4b30-9739-4c24a353342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588BE9E-A692-4CAE-A522-AFA3776CD1ED}">
  <ds:schemaRefs>
    <ds:schemaRef ds:uri="8fce7d85-8d8d-4fca-b2f0-fe43a4d368bb"/>
    <ds:schemaRef ds:uri="b7188c46-9be3-4b30-9739-4c24a353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0CBB35F-53FC-4076-8459-961BE0C9D4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1C1633-800C-49A1-B5C6-B24C04AC600E}">
  <ds:schemaRefs>
    <ds:schemaRef ds:uri="8fce7d85-8d8d-4fca-b2f0-fe43a4d368bb"/>
    <ds:schemaRef ds:uri="b7188c46-9be3-4b30-9739-4c24a353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38901aa-f724-46bf-bb4f-aef09392934b}" enabled="1" method="Privileged" siteId="{eb06985d-06ca-4a17-81da-629ab99f650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NI - Emerson 2024</Template>
  <TotalTime>341</TotalTime>
  <Words>158</Words>
  <Application>Microsoft Office PowerPoint</Application>
  <PresentationFormat>Egyéni</PresentationFormat>
  <Paragraphs>66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2" baseType="lpstr">
      <vt:lpstr>Arial Black</vt:lpstr>
      <vt:lpstr>Arial</vt:lpstr>
      <vt:lpstr>Arial Narrow</vt:lpstr>
      <vt:lpstr>Noto Sans Black</vt:lpstr>
      <vt:lpstr>NI Template 2023</vt:lpstr>
      <vt:lpstr>ADAS UX Library</vt:lpstr>
      <vt:lpstr>Components</vt:lpstr>
      <vt:lpstr>String</vt:lpstr>
      <vt:lpstr>Numeric</vt:lpstr>
      <vt:lpstr>Combo Box, Ring</vt:lpstr>
      <vt:lpstr>Array</vt:lpstr>
      <vt:lpstr>Path</vt:lpstr>
      <vt:lpstr>Button</vt:lpstr>
      <vt:lpstr>Interfaces Name (Devices) </vt:lpstr>
      <vt:lpstr>Checkbox, Radio button, Status / Result, Boolean, Icons</vt:lpstr>
      <vt:lpstr>Error</vt:lpstr>
      <vt:lpstr>Tab Control </vt:lpstr>
      <vt:lpstr>Image display</vt:lpstr>
      <vt:lpstr>Table</vt:lpstr>
      <vt:lpstr>Filter String</vt:lpstr>
      <vt:lpstr>VI Icon Definition for Measurement Plugins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Rigo, Peter</dc:creator>
  <cp:lastModifiedBy>Rigo, Peter</cp:lastModifiedBy>
  <cp:revision>2</cp:revision>
  <dcterms:created xsi:type="dcterms:W3CDTF">2025-11-13T14:18:26Z</dcterms:created>
  <dcterms:modified xsi:type="dcterms:W3CDTF">2025-11-18T09:11:42Z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2023-03-15T18:55:49Z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240b1d52-07cf-4687-856f-0816d0207de8</vt:lpwstr>
  </property>
  <property fmtid="{D5CDD505-2E9C-101B-9397-08002B2CF9AE}" pid="8" name="MSIP_Label_d38901aa-f724-46bf-bb4f-aef09392934b_ContentBits">
    <vt:lpwstr>0</vt:lpwstr>
  </property>
  <property fmtid="{D5CDD505-2E9C-101B-9397-08002B2CF9AE}" pid="9" name="ContentTypeId">
    <vt:lpwstr>0x0101001D8B3011FB130543A8AA1CB1892243DF</vt:lpwstr>
  </property>
  <property fmtid="{D5CDD505-2E9C-101B-9397-08002B2CF9AE}" pid="10" name="MediaServiceImageTags">
    <vt:lpwstr/>
  </property>
  <property fmtid="{D5CDD505-2E9C-101B-9397-08002B2CF9AE}" pid="11" name="ClassificationContentMarkingFooterLocations">
    <vt:lpwstr>NI Template 2023:7</vt:lpwstr>
  </property>
  <property fmtid="{D5CDD505-2E9C-101B-9397-08002B2CF9AE}" pid="12" name="ClassificationContentMarkingFooterText">
    <vt:lpwstr>RESTRICTED - NI CONFIDENTIAL</vt:lpwstr>
  </property>
  <property fmtid="{D5CDD505-2E9C-101B-9397-08002B2CF9AE}" pid="13" name="MSIP_Label_99647686-916c-42a1-98d6-743a581ebab3_Enabled">
    <vt:lpwstr>true</vt:lpwstr>
  </property>
  <property fmtid="{D5CDD505-2E9C-101B-9397-08002B2CF9AE}" pid="14" name="MSIP_Label_99647686-916c-42a1-98d6-743a581ebab3_SetDate">
    <vt:lpwstr>2024-04-23T18:33:40Z</vt:lpwstr>
  </property>
  <property fmtid="{D5CDD505-2E9C-101B-9397-08002B2CF9AE}" pid="15" name="MSIP_Label_99647686-916c-42a1-98d6-743a581ebab3_Method">
    <vt:lpwstr>Privileged</vt:lpwstr>
  </property>
  <property fmtid="{D5CDD505-2E9C-101B-9397-08002B2CF9AE}" pid="16" name="MSIP_Label_99647686-916c-42a1-98d6-743a581ebab3_Name">
    <vt:lpwstr>Public</vt:lpwstr>
  </property>
  <property fmtid="{D5CDD505-2E9C-101B-9397-08002B2CF9AE}" pid="17" name="MSIP_Label_99647686-916c-42a1-98d6-743a581ebab3_SiteId">
    <vt:lpwstr>87ba1f9a-44cd-43a6-b008-6fdb45a5204e</vt:lpwstr>
  </property>
  <property fmtid="{D5CDD505-2E9C-101B-9397-08002B2CF9AE}" pid="18" name="MSIP_Label_99647686-916c-42a1-98d6-743a581ebab3_ActionId">
    <vt:lpwstr>23fa14d4-e37c-4fa2-9781-b4cfddf60abd</vt:lpwstr>
  </property>
  <property fmtid="{D5CDD505-2E9C-101B-9397-08002B2CF9AE}" pid="19" name="MSIP_Label_99647686-916c-42a1-98d6-743a581ebab3_ContentBits">
    <vt:lpwstr>0</vt:lpwstr>
  </property>
</Properties>
</file>